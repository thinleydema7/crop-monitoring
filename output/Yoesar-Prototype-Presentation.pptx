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65e2dfcdbc4622" /><Relationship Type="http://schemas.openxmlformats.org/officeDocument/2006/relationships/extended-properties" Target="/docProps/app.xml" Id="R53b46ff7490e4eaf" /><Relationship Type="http://schemas.openxmlformats.org/officeDocument/2006/relationships/officeDocument" Target="/ppt/presentation.xml" Id="R3b744b7d535c4b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dc4b00c6034cd3"/>
  </p:sldMasterIdLst>
  <p:notesMasterIdLst>
    <p:notesMasterId xmlns:r="http://schemas.openxmlformats.org/officeDocument/2006/relationships" r:id="R64b9d56f6d19408d"/>
  </p:notesMasterIdLst>
  <p:sldIdLst>
    <p:sldId xmlns:r="http://schemas.openxmlformats.org/officeDocument/2006/relationships" id="256" r:id="R841a5642584249d3"/>
    <p:sldId xmlns:r="http://schemas.openxmlformats.org/officeDocument/2006/relationships" id="257" r:id="R008b92eea81d4f4c"/>
    <p:sldId xmlns:r="http://schemas.openxmlformats.org/officeDocument/2006/relationships" id="258" r:id="R4ce902e3e9bf4926"/>
    <p:sldId xmlns:r="http://schemas.openxmlformats.org/officeDocument/2006/relationships" id="259" r:id="R8a07510a046a4e42"/>
    <p:sldId xmlns:r="http://schemas.openxmlformats.org/officeDocument/2006/relationships" id="260" r:id="R0e77e79da1d749e5"/>
    <p:sldId xmlns:r="http://schemas.openxmlformats.org/officeDocument/2006/relationships" id="261" r:id="Rdc5040d62cda4706"/>
    <p:sldId xmlns:r="http://schemas.openxmlformats.org/officeDocument/2006/relationships" id="262" r:id="R7466c47ece704a12"/>
    <p:sldId xmlns:r="http://schemas.openxmlformats.org/officeDocument/2006/relationships" id="263" r:id="R3941424fbc8d4a33"/>
    <p:sldId xmlns:r="http://schemas.openxmlformats.org/officeDocument/2006/relationships" id="264" r:id="R98fdb305be684229"/>
    <p:sldId xmlns:r="http://schemas.openxmlformats.org/officeDocument/2006/relationships" id="265" r:id="R76091bb579a847b2"/>
    <p:sldId xmlns:r="http://schemas.openxmlformats.org/officeDocument/2006/relationships" id="266" r:id="Rc7221441eff748dc"/>
    <p:sldId xmlns:r="http://schemas.openxmlformats.org/officeDocument/2006/relationships" id="267" r:id="Rbeee250ce52144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38bc68faf84850" /><Relationship Type="http://schemas.openxmlformats.org/officeDocument/2006/relationships/slideMaster" Target="/ppt/slideMasters/slideMaster1.xml" Id="R8adc4b00c6034cd3" /><Relationship Type="http://schemas.openxmlformats.org/officeDocument/2006/relationships/notesMaster" Target="/ppt/notesMasters/notesMaster1.xml" Id="R64b9d56f6d19408d" /><Relationship Type="http://schemas.openxmlformats.org/officeDocument/2006/relationships/presProps" Target="/ppt/presProps.xml" Id="R4f6cf6c8f77b49ad" /><Relationship Type="http://schemas.openxmlformats.org/officeDocument/2006/relationships/tableStyles" Target="/ppt/tableStyles.xml" Id="Rdda0f6ee4efb41b0" /><Relationship Type="http://schemas.openxmlformats.org/officeDocument/2006/relationships/slide" Target="/ppt/slides/slide1.xml" Id="R841a5642584249d3" /><Relationship Type="http://schemas.openxmlformats.org/officeDocument/2006/relationships/slide" Target="/ppt/slides/slide2.xml" Id="R008b92eea81d4f4c" /><Relationship Type="http://schemas.openxmlformats.org/officeDocument/2006/relationships/slide" Target="/ppt/slides/slide3.xml" Id="R4ce902e3e9bf4926" /><Relationship Type="http://schemas.openxmlformats.org/officeDocument/2006/relationships/slide" Target="/ppt/slides/slide4.xml" Id="R8a07510a046a4e42" /><Relationship Type="http://schemas.openxmlformats.org/officeDocument/2006/relationships/slide" Target="/ppt/slides/slide5.xml" Id="R0e77e79da1d749e5" /><Relationship Type="http://schemas.openxmlformats.org/officeDocument/2006/relationships/slide" Target="/ppt/slides/slide6.xml" Id="Rdc5040d62cda4706" /><Relationship Type="http://schemas.openxmlformats.org/officeDocument/2006/relationships/slide" Target="/ppt/slides/slide7.xml" Id="R7466c47ece704a12" /><Relationship Type="http://schemas.openxmlformats.org/officeDocument/2006/relationships/slide" Target="/ppt/slides/slide8.xml" Id="R3941424fbc8d4a33" /><Relationship Type="http://schemas.openxmlformats.org/officeDocument/2006/relationships/slide" Target="/ppt/slides/slide9.xml" Id="R98fdb305be684229" /><Relationship Type="http://schemas.openxmlformats.org/officeDocument/2006/relationships/slide" Target="/ppt/slides/slide10.xml" Id="R76091bb579a847b2" /><Relationship Type="http://schemas.openxmlformats.org/officeDocument/2006/relationships/slide" Target="/ppt/slides/slide11.xml" Id="Rc7221441eff748dc" /><Relationship Type="http://schemas.openxmlformats.org/officeDocument/2006/relationships/slide" Target="/ppt/slides/slide12.xml" Id="Rbeee250ce52144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0101b4cbaf4f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c9e704fced47d3" /><Relationship Type="http://schemas.openxmlformats.org/officeDocument/2006/relationships/notesMaster" Target="/ppt/notesMasters/notesMaster1.xml" Id="Rac2f329bddaf4a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03c275858c4b22" /><Relationship Type="http://schemas.openxmlformats.org/officeDocument/2006/relationships/notesMaster" Target="/ppt/notesMasters/notesMaster1.xml" Id="Ra1b358be4bdb4e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20739c57fa43e9" /><Relationship Type="http://schemas.openxmlformats.org/officeDocument/2006/relationships/notesMaster" Target="/ppt/notesMasters/notesMaster1.xml" Id="R36632b90939d4f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747a2032534b6e" /><Relationship Type="http://schemas.openxmlformats.org/officeDocument/2006/relationships/notesMaster" Target="/ppt/notesMasters/notesMaster1.xml" Id="R1c5cf98c72ec45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d74812c70c4ce2" /><Relationship Type="http://schemas.openxmlformats.org/officeDocument/2006/relationships/notesMaster" Target="/ppt/notesMasters/notesMaster1.xml" Id="Rd04cca65bffa48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be0c9361cc47c9" /><Relationship Type="http://schemas.openxmlformats.org/officeDocument/2006/relationships/notesMaster" Target="/ppt/notesMasters/notesMaster1.xml" Id="Rda14dd9a7d9245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717c57c5464db1" /><Relationship Type="http://schemas.openxmlformats.org/officeDocument/2006/relationships/notesMaster" Target="/ppt/notesMasters/notesMaster1.xml" Id="Rfb324d08989b43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eda40ba8904679" /><Relationship Type="http://schemas.openxmlformats.org/officeDocument/2006/relationships/notesMaster" Target="/ppt/notesMasters/notesMaster1.xml" Id="R33e1cd74b2074e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0915eb9eeb4a50" /><Relationship Type="http://schemas.openxmlformats.org/officeDocument/2006/relationships/notesMaster" Target="/ppt/notesMasters/notesMaster1.xml" Id="R032cf5383fb043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2cd47031bc4fae" /><Relationship Type="http://schemas.openxmlformats.org/officeDocument/2006/relationships/notesMaster" Target="/ppt/notesMasters/notesMaster1.xml" Id="Re02efd1eff4347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f4d2ff9bd0439b" /><Relationship Type="http://schemas.openxmlformats.org/officeDocument/2006/relationships/notesMaster" Target="/ppt/notesMasters/notesMaster1.xml" Id="R4980cd67aad745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51a5f17a34498c" /><Relationship Type="http://schemas.openxmlformats.org/officeDocument/2006/relationships/notesMaster" Target="/ppt/notesMasters/notesMaster1.xml" Id="Rac635e49ff2845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0:30. Introduce Yoesar and the goal: connect a phone-based screening workflow with farmer reports and officer review. Add presenters and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Frame the prototype as supporting documentation and review, not replacing field expertise or laboratory diagnosis. Add local evidence or interview findings if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Explain the end-to-end journey. Local inference works without a server; sharing and synchronization require a working backend and network.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1:20. Explain the engineering rationale: boxes are useful for showing where a detector sees symptoms, and the team got a TFLite artifact into the mobile app. Avoid claiming superiority without benchmarks.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1:20. Replace every bracketed item with your actual training record. The project files do not include the dataset or training log, so counts and source have not been assumed.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1:40. Walk through the actual pipeline and export. Bundled metadata confirms Ultralytics YOLO26s, 640×640 input, and one class named diseased. Fill training settings from the notebook or run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1:30. Insert actual held-out test metrics and examples. Do not substitute training accuracy for test performance. Packaged model metadata indicates one class, so describe disease-region screening rather than disease identification.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 demo. Use a prepared image with a known expected outcome. Show a transparent box and label beneath it. One-class screening does not name a disease; no detection does not prove a healthy plant.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1:50. Use the live dashboard if the backend is ready; otherwise insert a real screenshot and state that it is not live. Show one report and review flow. Do not expose private farmer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Separate local inference/storage from server collaboration. Sync requires a correct backend address, a running service, and database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1:20. Be candid about limits and focus next steps on model quality, dataset coverage, disease-specific outputs, and reliable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0:50. Summarize the prototype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79ae8a1d84e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04869b45b41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d5730ee0440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06b244a5a48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634dfd1164d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62ba14f6c47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8CE6F5-E067-46CE-8D86-8181584D4B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3B23A5-0BC0-40F7-8092-58DFF89E01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5CD309-5D1E-482B-A769-61B59CF97D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241122-186E-42B3-B2EC-6E42C8B9C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79C28B-0559-4715-A76F-0BF86AF860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4FB6C8-92B1-4BEE-8300-A036F562F2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271CE6-C7F5-4C05-9542-3E60E6D52E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4E8EF3-B903-4367-986F-CF63378E08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A90005-CBEB-4C8D-ABFE-057A5F8426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791144-333A-446E-AC2D-596188FD91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b96a1c077342d6" /><Relationship Type="http://schemas.openxmlformats.org/officeDocument/2006/relationships/slideLayout" Target="/ppt/slideLayouts/slideLayout1.xml" Id="R29174d5620d741c6" /><Relationship Type="http://schemas.openxmlformats.org/officeDocument/2006/relationships/slideLayout" Target="/ppt/slideLayouts/slideLayout2.xml" Id="R892c11ee84ac4563" /><Relationship Type="http://schemas.openxmlformats.org/officeDocument/2006/relationships/slideLayout" Target="/ppt/slideLayouts/slideLayout3.xml" Id="R369b482b03d24cb1" /><Relationship Type="http://schemas.openxmlformats.org/officeDocument/2006/relationships/slideLayout" Target="/ppt/slideLayouts/slideLayout4.xml" Id="Rc7ed8ad6a4a143b5" /><Relationship Type="http://schemas.openxmlformats.org/officeDocument/2006/relationships/slideLayout" Target="/ppt/slideLayouts/slideLayout5.xml" Id="Rd0150d6d422f45c6" /><Relationship Type="http://schemas.openxmlformats.org/officeDocument/2006/relationships/slideLayout" Target="/ppt/slideLayouts/slideLayout6.xml" Id="Ra653720bb1a34c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174d5620d741c6"/>
    <p:sldLayoutId xmlns:r="http://schemas.openxmlformats.org/officeDocument/2006/relationships" id="2147483650" r:id="R892c11ee84ac4563"/>
    <p:sldLayoutId xmlns:r="http://schemas.openxmlformats.org/officeDocument/2006/relationships" id="2147483651" r:id="R369b482b03d24cb1"/>
    <p:sldLayoutId xmlns:r="http://schemas.openxmlformats.org/officeDocument/2006/relationships" id="2147483652" r:id="Rc7ed8ad6a4a143b5"/>
    <p:sldLayoutId xmlns:r="http://schemas.openxmlformats.org/officeDocument/2006/relationships" id="2147483653" r:id="Rd0150d6d422f45c6"/>
    <p:sldLayoutId xmlns:r="http://schemas.openxmlformats.org/officeDocument/2006/relationships" id="2147483654" r:id="Ra653720bb1a34c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3306020f94a35" /><Relationship Type="http://schemas.openxmlformats.org/officeDocument/2006/relationships/notesSlide" Target="/ppt/notesSlides/notesSlide1.xml" Id="Ra6bf4c9ff3c847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31cac422340c9" /><Relationship Type="http://schemas.openxmlformats.org/officeDocument/2006/relationships/notesSlide" Target="/ppt/notesSlides/notesSlide2.xml" Id="Rc50fa3a19e974d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59a2fd509461a" /><Relationship Type="http://schemas.openxmlformats.org/officeDocument/2006/relationships/notesSlide" Target="/ppt/notesSlides/notesSlide3.xml" Id="R0cddd281c4c94f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571d5dc249414e" /><Relationship Type="http://schemas.openxmlformats.org/officeDocument/2006/relationships/notesSlide" Target="/ppt/notesSlides/notesSlide4.xml" Id="Rec6fe1df5d2f43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be6a0bacdf4f9d" /><Relationship Type="http://schemas.openxmlformats.org/officeDocument/2006/relationships/notesSlide" Target="/ppt/notesSlides/notesSlide5.xml" Id="Rd6ad05cb07ea4b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a3e8aadced4868" /><Relationship Type="http://schemas.openxmlformats.org/officeDocument/2006/relationships/notesSlide" Target="/ppt/notesSlides/notesSlide6.xml" Id="R083d480582c543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40821249c34624" /><Relationship Type="http://schemas.openxmlformats.org/officeDocument/2006/relationships/notesSlide" Target="/ppt/notesSlides/notesSlide7.xml" Id="Rd595b15e8e4045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9493cf32764748" /><Relationship Type="http://schemas.openxmlformats.org/officeDocument/2006/relationships/notesSlide" Target="/ppt/notesSlides/notesSlide8.xml" Id="Rf1b60a4352e746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8d3702c904e5f" /><Relationship Type="http://schemas.openxmlformats.org/officeDocument/2006/relationships/notesSlide" Target="/ppt/notesSlides/notesSlide9.xml" Id="R2b52dd438d8b4f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936c9d51044b5" /><Relationship Type="http://schemas.openxmlformats.org/officeDocument/2006/relationships/notesSlide" Target="/ppt/notesSlides/notesSlide10.xml" Id="R38f551f9291643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4f841c9e78436b" /><Relationship Type="http://schemas.openxmlformats.org/officeDocument/2006/relationships/notesSlide" Target="/ppt/notesSlides/notesSlide11.xml" Id="Reda0dce713b44d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2e639c4ec449d9" /><Relationship Type="http://schemas.openxmlformats.org/officeDocument/2006/relationships/notesSlide" Target="/ppt/notesSlides/notesSlide12.xml" Id="R8fdbefae81a04d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4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E6357-F277-4ABB-A189-BCEBE0F9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11BE6-6DE7-4715-BB24-7DB76230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CBE56A"/>
                </a:solidFill>
              </a:defRPr>
            </a:defPPr>
            <a:lvl1pPr>
              <a:defRPr sz="1500" b="1">
                <a:solidFill>
                  <a:srgbClr val="CBE56A"/>
                </a:solidFill>
              </a:defRPr>
            </a:lvl1pPr>
            <a:lvl2pPr>
              <a:defRPr sz="1500" b="1">
                <a:solidFill>
                  <a:srgbClr val="CBE56A"/>
                </a:solidFill>
              </a:defRPr>
            </a:lvl2pPr>
            <a:lvl3pPr>
              <a:defRPr sz="1500" b="1">
                <a:solidFill>
                  <a:srgbClr val="CBE56A"/>
                </a:solidFill>
              </a:defRPr>
            </a:lvl3pPr>
            <a:lvl4pPr>
              <a:defRPr sz="1500" b="1">
                <a:solidFill>
                  <a:srgbClr val="CBE56A"/>
                </a:solidFill>
              </a:defRPr>
            </a:lvl4pPr>
            <a:lvl5pPr>
              <a:defRPr sz="1500" b="1">
                <a:solidFill>
                  <a:srgbClr val="CBE56A"/>
                </a:solidFill>
              </a:defRPr>
            </a:lvl5pPr>
            <a:lvl6pPr>
              <a:defRPr sz="1500" b="1">
                <a:solidFill>
                  <a:srgbClr val="CBE56A"/>
                </a:solidFill>
              </a:defRPr>
            </a:lvl6pPr>
            <a:lvl7pPr>
              <a:defRPr sz="1500" b="1">
                <a:solidFill>
                  <a:srgbClr val="CBE56A"/>
                </a:solidFill>
              </a:defRPr>
            </a:lvl7pPr>
            <a:lvl8pPr>
              <a:defRPr sz="1500" b="1">
                <a:solidFill>
                  <a:srgbClr val="CBE56A"/>
                </a:solidFill>
              </a:defRPr>
            </a:lvl8pPr>
            <a:lvl9pPr>
              <a:defRPr sz="1500" b="1">
                <a:solidFill>
                  <a:srgbClr val="CBE56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BE56A"/>
                </a:solidFill>
              </a:defRPr>
            </a:pPr>
            <a:r>
              <a:rPr sz="1500" b="1">
                <a:solidFill>
                  <a:srgbClr val="CBE56A"/>
                </a:solidFill>
              </a:rPr>
              <a:t>YOESAR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75AC6-7461-4397-ACE5-98349D89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819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  <a:lvl1pPr>
              <a:defRPr sz="3900" b="1">
                <a:solidFill>
                  <a:srgbClr val="FFFFFF"/>
                </a:solidFill>
              </a:defRPr>
            </a:lvl1pPr>
            <a:lvl2pPr>
              <a:defRPr sz="3900" b="1">
                <a:solidFill>
                  <a:srgbClr val="FFFFFF"/>
                </a:solidFill>
              </a:defRPr>
            </a:lvl2pPr>
            <a:lvl3pPr>
              <a:defRPr sz="3900" b="1">
                <a:solidFill>
                  <a:srgbClr val="FFFFFF"/>
                </a:solidFill>
              </a:defRPr>
            </a:lvl3pPr>
            <a:lvl4pPr>
              <a:defRPr sz="3900" b="1">
                <a:solidFill>
                  <a:srgbClr val="FFFFFF"/>
                </a:solidFill>
              </a:defRPr>
            </a:lvl4pPr>
            <a:lvl5pPr>
              <a:defRPr sz="3900" b="1">
                <a:solidFill>
                  <a:srgbClr val="FFFFFF"/>
                </a:solidFill>
              </a:defRPr>
            </a:lvl5pPr>
            <a:lvl6pPr>
              <a:defRPr sz="3900" b="1">
                <a:solidFill>
                  <a:srgbClr val="FFFFFF"/>
                </a:solidFill>
              </a:defRPr>
            </a:lvl6pPr>
            <a:lvl7pPr>
              <a:defRPr sz="3900" b="1">
                <a:solidFill>
                  <a:srgbClr val="FFFFFF"/>
                </a:solidFill>
              </a:defRPr>
            </a:lvl7pPr>
            <a:lvl8pPr>
              <a:defRPr sz="3900" b="1">
                <a:solidFill>
                  <a:srgbClr val="FFFFFF"/>
                </a:solidFill>
              </a:defRPr>
            </a:lvl8pPr>
            <a:lvl9pPr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Crop disease screening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C6F9B-BAF9-49CE-870E-5CDA12C3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DDE8E0"/>
                </a:solidFill>
              </a:defRPr>
            </a:defPPr>
            <a:lvl1pPr>
              <a:defRPr sz="1800" b="0">
                <a:solidFill>
                  <a:srgbClr val="DDE8E0"/>
                </a:solidFill>
              </a:defRPr>
            </a:lvl1pPr>
            <a:lvl2pPr>
              <a:defRPr sz="1800" b="0">
                <a:solidFill>
                  <a:srgbClr val="DDE8E0"/>
                </a:solidFill>
              </a:defRPr>
            </a:lvl2pPr>
            <a:lvl3pPr>
              <a:defRPr sz="1800" b="0">
                <a:solidFill>
                  <a:srgbClr val="DDE8E0"/>
                </a:solidFill>
              </a:defRPr>
            </a:lvl3pPr>
            <a:lvl4pPr>
              <a:defRPr sz="1800" b="0">
                <a:solidFill>
                  <a:srgbClr val="DDE8E0"/>
                </a:solidFill>
              </a:defRPr>
            </a:lvl4pPr>
            <a:lvl5pPr>
              <a:defRPr sz="1800" b="0">
                <a:solidFill>
                  <a:srgbClr val="DDE8E0"/>
                </a:solidFill>
              </a:defRPr>
            </a:lvl5pPr>
            <a:lvl6pPr>
              <a:defRPr sz="1800" b="0">
                <a:solidFill>
                  <a:srgbClr val="DDE8E0"/>
                </a:solidFill>
              </a:defRPr>
            </a:lvl6pPr>
            <a:lvl7pPr>
              <a:defRPr sz="1800" b="0">
                <a:solidFill>
                  <a:srgbClr val="DDE8E0"/>
                </a:solidFill>
              </a:defRPr>
            </a:lvl7pPr>
            <a:lvl8pPr>
              <a:defRPr sz="1800" b="0">
                <a:solidFill>
                  <a:srgbClr val="DDE8E0"/>
                </a:solidFill>
              </a:defRPr>
            </a:lvl8pPr>
            <a:lvl9pPr>
              <a:defRPr sz="1800" b="0">
                <a:solidFill>
                  <a:srgbClr val="DDE8E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DE8E0"/>
                </a:solidFill>
              </a:defRPr>
            </a:pPr>
            <a:r>
              <a:rPr sz="1800" b="0">
                <a:solidFill>
                  <a:srgbClr val="DDE8E0"/>
                </a:solidFill>
              </a:rPr>
              <a:t>On-device leaf detection • farmer reporting • officer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73B71-D82B-4C49-9A9A-6BA577CF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86D7D-F90A-46F7-994A-A70A5E9C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DDE8E0"/>
                </a:solidFill>
              </a:defRPr>
            </a:defPPr>
            <a:lvl1pPr>
              <a:defRPr sz="1350" b="0">
                <a:solidFill>
                  <a:srgbClr val="DDE8E0"/>
                </a:solidFill>
              </a:defRPr>
            </a:lvl1pPr>
            <a:lvl2pPr>
              <a:defRPr sz="1350" b="0">
                <a:solidFill>
                  <a:srgbClr val="DDE8E0"/>
                </a:solidFill>
              </a:defRPr>
            </a:lvl2pPr>
            <a:lvl3pPr>
              <a:defRPr sz="1350" b="0">
                <a:solidFill>
                  <a:srgbClr val="DDE8E0"/>
                </a:solidFill>
              </a:defRPr>
            </a:lvl3pPr>
            <a:lvl4pPr>
              <a:defRPr sz="1350" b="0">
                <a:solidFill>
                  <a:srgbClr val="DDE8E0"/>
                </a:solidFill>
              </a:defRPr>
            </a:lvl4pPr>
            <a:lvl5pPr>
              <a:defRPr sz="1350" b="0">
                <a:solidFill>
                  <a:srgbClr val="DDE8E0"/>
                </a:solidFill>
              </a:defRPr>
            </a:lvl5pPr>
            <a:lvl6pPr>
              <a:defRPr sz="1350" b="0">
                <a:solidFill>
                  <a:srgbClr val="DDE8E0"/>
                </a:solidFill>
              </a:defRPr>
            </a:lvl6pPr>
            <a:lvl7pPr>
              <a:defRPr sz="1350" b="0">
                <a:solidFill>
                  <a:srgbClr val="DDE8E0"/>
                </a:solidFill>
              </a:defRPr>
            </a:lvl7pPr>
            <a:lvl8pPr>
              <a:defRPr sz="1350" b="0">
                <a:solidFill>
                  <a:srgbClr val="DDE8E0"/>
                </a:solidFill>
              </a:defRPr>
            </a:lvl8pPr>
            <a:lvl9pPr>
              <a:defRPr sz="1350" b="0">
                <a:solidFill>
                  <a:srgbClr val="DDE8E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DE8E0"/>
                </a:solidFill>
              </a:defRPr>
            </a:pPr>
            <a:r>
              <a:rPr sz="1350" b="0">
                <a:solidFill>
                  <a:srgbClr val="DDE8E0"/>
                </a:solidFill>
              </a:rPr>
              <a:t>15-minute prototype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DEC4C-7C67-4C74-9241-A18759F9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DDE8E0"/>
                </a:solidFill>
              </a:defRPr>
            </a:defPPr>
            <a:lvl1pPr>
              <a:defRPr sz="1200" b="0">
                <a:solidFill>
                  <a:srgbClr val="DDE8E0"/>
                </a:solidFill>
              </a:defRPr>
            </a:lvl1pPr>
            <a:lvl2pPr>
              <a:defRPr sz="1200" b="0">
                <a:solidFill>
                  <a:srgbClr val="DDE8E0"/>
                </a:solidFill>
              </a:defRPr>
            </a:lvl2pPr>
            <a:lvl3pPr>
              <a:defRPr sz="1200" b="0">
                <a:solidFill>
                  <a:srgbClr val="DDE8E0"/>
                </a:solidFill>
              </a:defRPr>
            </a:lvl3pPr>
            <a:lvl4pPr>
              <a:defRPr sz="1200" b="0">
                <a:solidFill>
                  <a:srgbClr val="DDE8E0"/>
                </a:solidFill>
              </a:defRPr>
            </a:lvl4pPr>
            <a:lvl5pPr>
              <a:defRPr sz="1200" b="0">
                <a:solidFill>
                  <a:srgbClr val="DDE8E0"/>
                </a:solidFill>
              </a:defRPr>
            </a:lvl5pPr>
            <a:lvl6pPr>
              <a:defRPr sz="1200" b="0">
                <a:solidFill>
                  <a:srgbClr val="DDE8E0"/>
                </a:solidFill>
              </a:defRPr>
            </a:lvl6pPr>
            <a:lvl7pPr>
              <a:defRPr sz="1200" b="0">
                <a:solidFill>
                  <a:srgbClr val="DDE8E0"/>
                </a:solidFill>
              </a:defRPr>
            </a:lvl7pPr>
            <a:lvl8pPr>
              <a:defRPr sz="1200" b="0">
                <a:solidFill>
                  <a:srgbClr val="DDE8E0"/>
                </a:solidFill>
              </a:defRPr>
            </a:lvl8pPr>
            <a:lvl9pPr>
              <a:defRPr sz="1200" b="0">
                <a:solidFill>
                  <a:srgbClr val="DDE8E0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DE8E0"/>
                </a:solidFill>
              </a:defRPr>
            </a:pPr>
            <a:r>
              <a:rPr sz="1200" b="0">
                <a:solidFill>
                  <a:srgbClr val="DDE8E0"/>
                </a:solidFill>
              </a:rPr>
              <a:t>Team: [add names]     Date: [add date]</a:t>
            </a:r>
          </a:p>
        </p:txBody>
      </p:sp>
    </p:spTree>
    <p:extLst>
      <p:ext uri="{BB962C8B-B14F-4D97-AF65-F5344CB8AC3E}">
        <p14:creationId xmlns:p14="http://schemas.microsoft.com/office/powerpoint/2010/main" val="687476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DD63A-5F05-44CC-92B4-38FDE748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DE95E-D109-4931-BE7A-985F5AA9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The problem and the people it affects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8143F-4160-4D3B-B805-EC9448F2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047CF-638D-401F-9E3E-7EA58411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Farmers need a practical way to document suspicious crop symptoms and get a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1016F-D81E-457A-A631-773DBDF8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FARMER — capture a leaf image, see screening results, save a report, and follow its status.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D2479-EB7B-4B01-A4D4-A27F5E0B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AGRICULTURAL OFFICER — review submitted reports, inspect evidence, and provide follow-up advice.</a:t>
            </a:r>
          </a:p>
        </p:txBody>
      </p:sp>
    </p:spTree>
    <p:extLst>
      <p:ext uri="{BB962C8B-B14F-4D97-AF65-F5344CB8AC3E}">
        <p14:creationId xmlns:p14="http://schemas.microsoft.com/office/powerpoint/2010/main" val="18270516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97A92-1E22-4368-BFA2-F5F0D4C1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CEAB2-F96C-4D1F-A105-180A294F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Prototype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9051E-62BF-42B0-A368-65F6E206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CD1BE-94A8-4479-8F87-8BBFE223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01  CAPTURE — Camera or gallery photo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78CB5-A1B0-4BC2-9C71-530F9B37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4D3A"/>
                </a:solidFill>
              </a:defRPr>
            </a:defPPr>
            <a:lvl1pPr>
              <a:defRPr sz="1575" b="1">
                <a:solidFill>
                  <a:srgbClr val="174D3A"/>
                </a:solidFill>
              </a:defRPr>
            </a:lvl1pPr>
            <a:lvl2pPr>
              <a:defRPr sz="1575" b="1">
                <a:solidFill>
                  <a:srgbClr val="174D3A"/>
                </a:solidFill>
              </a:defRPr>
            </a:lvl2pPr>
            <a:lvl3pPr>
              <a:defRPr sz="1575" b="1">
                <a:solidFill>
                  <a:srgbClr val="174D3A"/>
                </a:solidFill>
              </a:defRPr>
            </a:lvl3pPr>
            <a:lvl4pPr>
              <a:defRPr sz="1575" b="1">
                <a:solidFill>
                  <a:srgbClr val="174D3A"/>
                </a:solidFill>
              </a:defRPr>
            </a:lvl4pPr>
            <a:lvl5pPr>
              <a:defRPr sz="1575" b="1">
                <a:solidFill>
                  <a:srgbClr val="174D3A"/>
                </a:solidFill>
              </a:defRPr>
            </a:lvl5pPr>
            <a:lvl6pPr>
              <a:defRPr sz="1575" b="1">
                <a:solidFill>
                  <a:srgbClr val="174D3A"/>
                </a:solidFill>
              </a:defRPr>
            </a:lvl6pPr>
            <a:lvl7pPr>
              <a:defRPr sz="1575" b="1">
                <a:solidFill>
                  <a:srgbClr val="174D3A"/>
                </a:solidFill>
              </a:defRPr>
            </a:lvl7pPr>
            <a:lvl8pPr>
              <a:defRPr sz="1575" b="1">
                <a:solidFill>
                  <a:srgbClr val="174D3A"/>
                </a:solidFill>
              </a:defRPr>
            </a:lvl8pPr>
            <a:lvl9pPr>
              <a:defRPr sz="15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4D3A"/>
                </a:solidFill>
              </a:defRPr>
            </a:pPr>
            <a:r>
              <a:rPr sz="1575" b="1">
                <a:solidFill>
                  <a:srgbClr val="174D3A"/>
                </a:solidFill>
              </a:rPr>
              <a:t>02  SCREEN — YOLO26s runs on phone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13565-5247-4597-9A95-775EE726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4D3A"/>
                </a:solidFill>
              </a:defRPr>
            </a:defPPr>
            <a:lvl1pPr>
              <a:defRPr sz="1575" b="1">
                <a:solidFill>
                  <a:srgbClr val="174D3A"/>
                </a:solidFill>
              </a:defRPr>
            </a:lvl1pPr>
            <a:lvl2pPr>
              <a:defRPr sz="1575" b="1">
                <a:solidFill>
                  <a:srgbClr val="174D3A"/>
                </a:solidFill>
              </a:defRPr>
            </a:lvl2pPr>
            <a:lvl3pPr>
              <a:defRPr sz="1575" b="1">
                <a:solidFill>
                  <a:srgbClr val="174D3A"/>
                </a:solidFill>
              </a:defRPr>
            </a:lvl3pPr>
            <a:lvl4pPr>
              <a:defRPr sz="1575" b="1">
                <a:solidFill>
                  <a:srgbClr val="174D3A"/>
                </a:solidFill>
              </a:defRPr>
            </a:lvl4pPr>
            <a:lvl5pPr>
              <a:defRPr sz="1575" b="1">
                <a:solidFill>
                  <a:srgbClr val="174D3A"/>
                </a:solidFill>
              </a:defRPr>
            </a:lvl5pPr>
            <a:lvl6pPr>
              <a:defRPr sz="1575" b="1">
                <a:solidFill>
                  <a:srgbClr val="174D3A"/>
                </a:solidFill>
              </a:defRPr>
            </a:lvl6pPr>
            <a:lvl7pPr>
              <a:defRPr sz="1575" b="1">
                <a:solidFill>
                  <a:srgbClr val="174D3A"/>
                </a:solidFill>
              </a:defRPr>
            </a:lvl7pPr>
            <a:lvl8pPr>
              <a:defRPr sz="1575" b="1">
                <a:solidFill>
                  <a:srgbClr val="174D3A"/>
                </a:solidFill>
              </a:defRPr>
            </a:lvl8pPr>
            <a:lvl9pPr>
              <a:defRPr sz="15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4D3A"/>
                </a:solidFill>
              </a:defRPr>
            </a:pPr>
            <a:r>
              <a:rPr sz="1575" b="1">
                <a:solidFill>
                  <a:srgbClr val="174D3A"/>
                </a:solidFill>
              </a:rPr>
              <a:t>03  SAVE — Report stored locally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840F2-5CA5-4117-BE72-DF738A47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4D3A"/>
                </a:solidFill>
              </a:defRPr>
            </a:defPPr>
            <a:lvl1pPr>
              <a:defRPr sz="1575" b="1">
                <a:solidFill>
                  <a:srgbClr val="174D3A"/>
                </a:solidFill>
              </a:defRPr>
            </a:lvl1pPr>
            <a:lvl2pPr>
              <a:defRPr sz="1575" b="1">
                <a:solidFill>
                  <a:srgbClr val="174D3A"/>
                </a:solidFill>
              </a:defRPr>
            </a:lvl2pPr>
            <a:lvl3pPr>
              <a:defRPr sz="1575" b="1">
                <a:solidFill>
                  <a:srgbClr val="174D3A"/>
                </a:solidFill>
              </a:defRPr>
            </a:lvl3pPr>
            <a:lvl4pPr>
              <a:defRPr sz="1575" b="1">
                <a:solidFill>
                  <a:srgbClr val="174D3A"/>
                </a:solidFill>
              </a:defRPr>
            </a:lvl4pPr>
            <a:lvl5pPr>
              <a:defRPr sz="1575" b="1">
                <a:solidFill>
                  <a:srgbClr val="174D3A"/>
                </a:solidFill>
              </a:defRPr>
            </a:lvl5pPr>
            <a:lvl6pPr>
              <a:defRPr sz="1575" b="1">
                <a:solidFill>
                  <a:srgbClr val="174D3A"/>
                </a:solidFill>
              </a:defRPr>
            </a:lvl6pPr>
            <a:lvl7pPr>
              <a:defRPr sz="1575" b="1">
                <a:solidFill>
                  <a:srgbClr val="174D3A"/>
                </a:solidFill>
              </a:defRPr>
            </a:lvl7pPr>
            <a:lvl8pPr>
              <a:defRPr sz="1575" b="1">
                <a:solidFill>
                  <a:srgbClr val="174D3A"/>
                </a:solidFill>
              </a:defRPr>
            </a:lvl8pPr>
            <a:lvl9pPr>
              <a:defRPr sz="15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4D3A"/>
                </a:solidFill>
              </a:defRPr>
            </a:pPr>
            <a:r>
              <a:rPr sz="1575" b="1">
                <a:solidFill>
                  <a:srgbClr val="174D3A"/>
                </a:solidFill>
              </a:rPr>
              <a:t>04  REVIEW — Officer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BE759-E53C-4440-8BEC-4A87CA93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The phone can screen offline; report sync needs a reachable backend.</a:t>
            </a:r>
          </a:p>
        </p:txBody>
      </p:sp>
    </p:spTree>
    <p:extLst>
      <p:ext uri="{BB962C8B-B14F-4D97-AF65-F5344CB8AC3E}">
        <p14:creationId xmlns:p14="http://schemas.microsoft.com/office/powerpoint/2010/main" val="1636027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91A50-406C-47B3-AA3E-DB1E75C0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CF1B7-5CDD-4005-9A50-C1803432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Why YOLO26 for this prototype?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7910B-41C9-44D6-9C75-FBA05B22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E114F-5F66-46A1-98DE-A25B586F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The task needs to find symptom regions in an image, not only assign one label to the whole photo.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44C1A-C5BA-4273-843B-FEBD82B4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LOCALIZATION — Object detection returns boxes that point to image regions.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67BD8-786E-4DF8-8CA2-29065A2A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MOBILE PATH — The trained detector was exported to TFLite and integrated in the app.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18559-694C-4091-BAF0-C93257C5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PROTOTYPE FIT — One compact detector supports a visible, testable phone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27531-7186-4E54-9B5D-3532BBD9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Choice reflects prototype needs—not a claim that YOLO26 outperforms alternatives.</a:t>
            </a:r>
          </a:p>
        </p:txBody>
      </p:sp>
    </p:spTree>
    <p:extLst>
      <p:ext uri="{BB962C8B-B14F-4D97-AF65-F5344CB8AC3E}">
        <p14:creationId xmlns:p14="http://schemas.microsoft.com/office/powerpoint/2010/main" val="161472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A085A-CABA-40C7-825C-E6D42F0A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545DA-FA4D-49F7-88AD-EFA38AE5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Dataset and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8653E-328C-46B3-9D7F-C1577E2F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78101-02CE-4B55-964C-0264FDF1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Show where the training examples came from and how they were made usable.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7C35F-70E5-42DA-9F7A-21F12B77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SOURCE — [dataset / field collection / citation]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EE3B9-E05E-4D87-8E3A-BA91CF99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LABELS — [class names and box-labeling method]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2BB60-3F94-4359-A33F-9F00BF00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SPLIT — [train / validation / test counts or percentages]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6A0EC-D231-4FC0-B554-CF29FECE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PREP — [image resizing, quality checks, augmentation]</a:t>
            </a:r>
          </a:p>
        </p:txBody>
      </p:sp>
    </p:spTree>
    <p:extLst>
      <p:ext uri="{BB962C8B-B14F-4D97-AF65-F5344CB8AC3E}">
        <p14:creationId xmlns:p14="http://schemas.microsoft.com/office/powerpoint/2010/main" val="4840401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BB658-3F91-4041-9356-4D835326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097CA-68A3-4D1C-8CA3-F16A61C1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Training and model export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F93A8-3CAA-4789-9500-80D56EF7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44FD5-B3D1-4A84-B274-843E793E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DATA — Images + labeled boxes  →  TRAIN — YOLO26s run  →  CHECK — validation/error review  →  EXPORT — best model to TFLite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AD0FB-9D6F-4C7B-8706-F080C1AA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Training environment: [framework / version / hardware]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68F49-DB58-4505-8FC6-B3A4F988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Key settings: [epochs]   [image size]   [batch size]   [confidence / augmentation]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008BF-0DB0-46A3-B79D-775DCFD4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Bundled artifact: best.tflite • input 640 × 640 • class: “diseased”</a:t>
            </a:r>
          </a:p>
        </p:txBody>
      </p:sp>
    </p:spTree>
    <p:extLst>
      <p:ext uri="{BB962C8B-B14F-4D97-AF65-F5344CB8AC3E}">
        <p14:creationId xmlns:p14="http://schemas.microsoft.com/office/powerpoint/2010/main" val="55227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5A2C4-0148-4E59-A07F-138991D9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AF5AB-6B8E-4FE3-B291-C9093ABC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Evaluation: show evidence, then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401D2-9B02-491F-B6F2-F41CFA29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8EA3F-7CEE-43D1-811A-6CDDDDAA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Report held-out performance and what the model misses.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90C54-39FE-48C4-BD2F-902C5BDE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mAP@0.5: [add value]     Precision: [add value]     Recall: [add value]     Test set: [images / split]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05D96-B1F6-4623-A123-05AED2AF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TRUE POSITIVE: [insert correct detection image]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708A0-A4C9-426D-939D-7BE14F8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MISS / FALSE POSITIVE: [insert failure example and explain it]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246BF-BEDF-47E8-BC5F-EBEDB3F9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Current app output is one class: “diseased”; it does not identify disease types.</a:t>
            </a:r>
          </a:p>
        </p:txBody>
      </p:sp>
    </p:spTree>
    <p:extLst>
      <p:ext uri="{BB962C8B-B14F-4D97-AF65-F5344CB8AC3E}">
        <p14:creationId xmlns:p14="http://schemas.microsoft.com/office/powerpoint/2010/main" val="8545531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F51FC-D07A-46CE-82A1-D51A0769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5CD0B-5B2F-4FCA-B522-C31B4F6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Farmer app: on-device screening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4C322-9DC9-46F9-AF21-C812F18F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04AB7-B419-48E8-A32D-A1863A07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LIVE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122EF-DCE2-4B36-B077-1031CA41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1  Choose a crop and take or select a leaf photo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E1C1E-EC0D-457B-8B80-3896658D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2  Show transparent boxes and “diseased” labels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CA757-BDC2-4406-9081-9D35E6D4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3  Save the report and open report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A0AAD-FE4B-42AA-84A1-D3E23E35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Screening result ≠ confirmed diagnosis</a:t>
            </a:r>
          </a:p>
        </p:txBody>
      </p:sp>
    </p:spTree>
    <p:extLst>
      <p:ext uri="{BB962C8B-B14F-4D97-AF65-F5344CB8AC3E}">
        <p14:creationId xmlns:p14="http://schemas.microsoft.com/office/powerpoint/2010/main" val="12386846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CC5D5-2F27-4307-9149-24B4B7B0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C65B6-69F9-4E47-BB5A-5B28A8FC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Officer dashboard: review a submitted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23129-2EBB-4C37-A8B8-6E7924FA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D6986-F06C-4DC5-BB6F-07324813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LIVE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8AC31-9EFC-44AF-AE41-78314AA4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Open the report queue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8F668-E680-45B6-95FD-DB842FB7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Inspect photo, crop, location, and screening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A54A7-47B1-421A-B9AC-A4CAEDB0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Add review or advice, then show the saved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DDF62-49ED-42AA-BB50-18B856C2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[Place dashboard screenshot here]</a:t>
            </a:r>
          </a:p>
        </p:txBody>
      </p:sp>
    </p:spTree>
    <p:extLst>
      <p:ext uri="{BB962C8B-B14F-4D97-AF65-F5344CB8AC3E}">
        <p14:creationId xmlns:p14="http://schemas.microsoft.com/office/powerpoint/2010/main" val="17098235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0E159-97AD-4FB0-8FF0-7E5E733A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ECBE3-3C30-4E61-9D10-6A7345C9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System architecture and connectivity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97DDD-BB62-4391-AFC6-2CAE3CE7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0CF91-C6FE-468C-AC8D-76AA2E10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ON THE PHONE — Camera / gallery → TFLite inference → local report queue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84AB9-19FE-46C7-BDFB-C5C2022D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8C36E-37F7-4AA8-A1FE-F10BC4F4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BACKEND — API + database → officer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F92C9-FF26-4039-89BD-9FDDFD2C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Offline: local screening and saved drafts  |  Online: report sync and officer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E0CAB-6FB7-4DB6-856D-CE89850B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Sync needs the app’s configured backend URL to be reachable.</a:t>
            </a:r>
          </a:p>
        </p:txBody>
      </p:sp>
    </p:spTree>
    <p:extLst>
      <p:ext uri="{BB962C8B-B14F-4D97-AF65-F5344CB8AC3E}">
        <p14:creationId xmlns:p14="http://schemas.microsoft.com/office/powerpoint/2010/main" val="15471241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9F456-8D83-471A-B48C-876A17B4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353BD-C523-4FFB-9B35-B784189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Limitations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2C532-8437-44E8-9908-EF776BA3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E2BB6-ABD7-4F04-BD11-1EF5952A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614F7-38C5-48D7-825D-51932598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One class only: “diseased”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26CC8-0920-4F9E-9B06-9426B1C8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Prediction quality depends on training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8334D-1DEB-470E-B7BD-CBCCD115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No detection does not mean healthy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BE20B-FF5B-4F40-863A-4CC4B473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Report sync depends on backend availability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86409-3ED7-4B86-971D-4CFF3958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4D3A"/>
                </a:solidFill>
              </a:defRPr>
            </a:defPPr>
            <a:lvl1pPr>
              <a:defRPr sz="1575" b="1">
                <a:solidFill>
                  <a:srgbClr val="174D3A"/>
                </a:solidFill>
              </a:defRPr>
            </a:lvl1pPr>
            <a:lvl2pPr>
              <a:defRPr sz="1575" b="1">
                <a:solidFill>
                  <a:srgbClr val="174D3A"/>
                </a:solidFill>
              </a:defRPr>
            </a:lvl2pPr>
            <a:lvl3pPr>
              <a:defRPr sz="1575" b="1">
                <a:solidFill>
                  <a:srgbClr val="174D3A"/>
                </a:solidFill>
              </a:defRPr>
            </a:lvl3pPr>
            <a:lvl4pPr>
              <a:defRPr sz="1575" b="1">
                <a:solidFill>
                  <a:srgbClr val="174D3A"/>
                </a:solidFill>
              </a:defRPr>
            </a:lvl4pPr>
            <a:lvl5pPr>
              <a:defRPr sz="1575" b="1">
                <a:solidFill>
                  <a:srgbClr val="174D3A"/>
                </a:solidFill>
              </a:defRPr>
            </a:lvl5pPr>
            <a:lvl6pPr>
              <a:defRPr sz="1575" b="1">
                <a:solidFill>
                  <a:srgbClr val="174D3A"/>
                </a:solidFill>
              </a:defRPr>
            </a:lvl6pPr>
            <a:lvl7pPr>
              <a:defRPr sz="1575" b="1">
                <a:solidFill>
                  <a:srgbClr val="174D3A"/>
                </a:solidFill>
              </a:defRPr>
            </a:lvl7pPr>
            <a:lvl8pPr>
              <a:defRPr sz="1575" b="1">
                <a:solidFill>
                  <a:srgbClr val="174D3A"/>
                </a:solidFill>
              </a:defRPr>
            </a:lvl8pPr>
            <a:lvl9pPr>
              <a:defRPr sz="15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4D3A"/>
                </a:solidFill>
              </a:defRPr>
            </a:pPr>
            <a:r>
              <a:rPr sz="1575" b="1">
                <a:solidFill>
                  <a:srgbClr val="174D3A"/>
                </a:solidFill>
              </a:rPr>
              <a:t>NEXT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A6971-E691-4EFB-8F2D-82759E47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103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Add labeled disease-specific classes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2D614-7569-42CF-8942-BABFABB8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437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Evaluate on more field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4CA50-3CDF-4B70-B795-A3E9BC99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771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Review false positives and missed symptoms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5EEBC-D40E-4E78-A587-42510237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1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Deploy and test a stable backend</a:t>
            </a:r>
          </a:p>
        </p:txBody>
      </p:sp>
    </p:spTree>
    <p:extLst>
      <p:ext uri="{BB962C8B-B14F-4D97-AF65-F5344CB8AC3E}">
        <p14:creationId xmlns:p14="http://schemas.microsoft.com/office/powerpoint/2010/main" val="14216227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4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908AB-9C7F-453C-BB25-D359B885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CBE56A"/>
                </a:solidFill>
              </a:defRPr>
            </a:defPPr>
            <a:lvl1pPr>
              <a:defRPr sz="1800" b="1">
                <a:solidFill>
                  <a:srgbClr val="CBE56A"/>
                </a:solidFill>
              </a:defRPr>
            </a:lvl1pPr>
            <a:lvl2pPr>
              <a:defRPr sz="1800" b="1">
                <a:solidFill>
                  <a:srgbClr val="CBE56A"/>
                </a:solidFill>
              </a:defRPr>
            </a:lvl2pPr>
            <a:lvl3pPr>
              <a:defRPr sz="1800" b="1">
                <a:solidFill>
                  <a:srgbClr val="CBE56A"/>
                </a:solidFill>
              </a:defRPr>
            </a:lvl3pPr>
            <a:lvl4pPr>
              <a:defRPr sz="1800" b="1">
                <a:solidFill>
                  <a:srgbClr val="CBE56A"/>
                </a:solidFill>
              </a:defRPr>
            </a:lvl4pPr>
            <a:lvl5pPr>
              <a:defRPr sz="1800" b="1">
                <a:solidFill>
                  <a:srgbClr val="CBE56A"/>
                </a:solidFill>
              </a:defRPr>
            </a:lvl5pPr>
            <a:lvl6pPr>
              <a:defRPr sz="1800" b="1">
                <a:solidFill>
                  <a:srgbClr val="CBE56A"/>
                </a:solidFill>
              </a:defRPr>
            </a:lvl6pPr>
            <a:lvl7pPr>
              <a:defRPr sz="1800" b="1">
                <a:solidFill>
                  <a:srgbClr val="CBE56A"/>
                </a:solidFill>
              </a:defRPr>
            </a:lvl7pPr>
            <a:lvl8pPr>
              <a:defRPr sz="1800" b="1">
                <a:solidFill>
                  <a:srgbClr val="CBE56A"/>
                </a:solidFill>
              </a:defRPr>
            </a:lvl8pPr>
            <a:lvl9pPr>
              <a:defRPr sz="1800" b="1">
                <a:solidFill>
                  <a:srgbClr val="CBE56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BE56A"/>
                </a:solidFill>
              </a:defRPr>
            </a:pPr>
            <a:r>
              <a:rPr sz="1800" b="1">
                <a:solidFill>
                  <a:srgbClr val="CBE56A"/>
                </a:solidFill>
              </a:rPr>
              <a:t>Yoesar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9F38C-C805-4666-AAA6-E15356EC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04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750" b="1">
                <a:solidFill>
                  <a:srgbClr val="FFFFFF"/>
                </a:solidFill>
              </a:defRPr>
            </a:defPPr>
            <a:lvl1pPr>
              <a:defRPr sz="3750" b="1">
                <a:solidFill>
                  <a:srgbClr val="FFFFFF"/>
                </a:solidFill>
              </a:defRPr>
            </a:lvl1pPr>
            <a:lvl2pPr>
              <a:defRPr sz="3750" b="1">
                <a:solidFill>
                  <a:srgbClr val="FFFFFF"/>
                </a:solidFill>
              </a:defRPr>
            </a:lvl2pPr>
            <a:lvl3pPr>
              <a:defRPr sz="3750" b="1">
                <a:solidFill>
                  <a:srgbClr val="FFFFFF"/>
                </a:solidFill>
              </a:defRPr>
            </a:lvl3pPr>
            <a:lvl4pPr>
              <a:defRPr sz="3750" b="1">
                <a:solidFill>
                  <a:srgbClr val="FFFFFF"/>
                </a:solidFill>
              </a:defRPr>
            </a:lvl4pPr>
            <a:lvl5pPr>
              <a:defRPr sz="3750" b="1">
                <a:solidFill>
                  <a:srgbClr val="FFFFFF"/>
                </a:solidFill>
              </a:defRPr>
            </a:lvl5pPr>
            <a:lvl6pPr>
              <a:defRPr sz="3750" b="1">
                <a:solidFill>
                  <a:srgbClr val="FFFFFF"/>
                </a:solidFill>
              </a:defRPr>
            </a:lvl6pPr>
            <a:lvl7pPr>
              <a:defRPr sz="3750" b="1">
                <a:solidFill>
                  <a:srgbClr val="FFFFFF"/>
                </a:solidFill>
              </a:defRPr>
            </a:lvl7pPr>
            <a:lvl8pPr>
              <a:defRPr sz="3750" b="1">
                <a:solidFill>
                  <a:srgbClr val="FFFFFF"/>
                </a:solidFill>
              </a:defRPr>
            </a:lvl8pPr>
            <a:lvl9pPr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From leaf image to reviewed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47516-54EB-4535-96A2-8A78D1A9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CBE56A"/>
                </a:solidFill>
              </a:defRPr>
            </a:defPPr>
            <a:lvl1pPr>
              <a:defRPr sz="2250" b="1">
                <a:solidFill>
                  <a:srgbClr val="CBE56A"/>
                </a:solidFill>
              </a:defRPr>
            </a:lvl1pPr>
            <a:lvl2pPr>
              <a:defRPr sz="2250" b="1">
                <a:solidFill>
                  <a:srgbClr val="CBE56A"/>
                </a:solidFill>
              </a:defRPr>
            </a:lvl2pPr>
            <a:lvl3pPr>
              <a:defRPr sz="2250" b="1">
                <a:solidFill>
                  <a:srgbClr val="CBE56A"/>
                </a:solidFill>
              </a:defRPr>
            </a:lvl3pPr>
            <a:lvl4pPr>
              <a:defRPr sz="2250" b="1">
                <a:solidFill>
                  <a:srgbClr val="CBE56A"/>
                </a:solidFill>
              </a:defRPr>
            </a:lvl4pPr>
            <a:lvl5pPr>
              <a:defRPr sz="2250" b="1">
                <a:solidFill>
                  <a:srgbClr val="CBE56A"/>
                </a:solidFill>
              </a:defRPr>
            </a:lvl5pPr>
            <a:lvl6pPr>
              <a:defRPr sz="2250" b="1">
                <a:solidFill>
                  <a:srgbClr val="CBE56A"/>
                </a:solidFill>
              </a:defRPr>
            </a:lvl6pPr>
            <a:lvl7pPr>
              <a:defRPr sz="2250" b="1">
                <a:solidFill>
                  <a:srgbClr val="CBE56A"/>
                </a:solidFill>
              </a:defRPr>
            </a:lvl7pPr>
            <a:lvl8pPr>
              <a:defRPr sz="2250" b="1">
                <a:solidFill>
                  <a:srgbClr val="CBE56A"/>
                </a:solidFill>
              </a:defRPr>
            </a:lvl8pPr>
            <a:lvl9pPr>
              <a:defRPr sz="2250" b="1">
                <a:solidFill>
                  <a:srgbClr val="CBE56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BE56A"/>
                </a:solidFill>
              </a:defRPr>
            </a:pPr>
            <a:r>
              <a:rPr sz="2250" b="1">
                <a:solidFill>
                  <a:srgbClr val="CBE56A"/>
                </a:solidFill>
              </a:rPr>
              <a:t>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0DC17-440D-43B6-86DA-C51356C7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DDE8E0"/>
                </a:solidFill>
              </a:defRPr>
            </a:defPPr>
            <a:lvl1pPr>
              <a:defRPr sz="1500" b="0">
                <a:solidFill>
                  <a:srgbClr val="DDE8E0"/>
                </a:solidFill>
              </a:defRPr>
            </a:lvl1pPr>
            <a:lvl2pPr>
              <a:defRPr sz="1500" b="0">
                <a:solidFill>
                  <a:srgbClr val="DDE8E0"/>
                </a:solidFill>
              </a:defRPr>
            </a:lvl2pPr>
            <a:lvl3pPr>
              <a:defRPr sz="1500" b="0">
                <a:solidFill>
                  <a:srgbClr val="DDE8E0"/>
                </a:solidFill>
              </a:defRPr>
            </a:lvl3pPr>
            <a:lvl4pPr>
              <a:defRPr sz="1500" b="0">
                <a:solidFill>
                  <a:srgbClr val="DDE8E0"/>
                </a:solidFill>
              </a:defRPr>
            </a:lvl4pPr>
            <a:lvl5pPr>
              <a:defRPr sz="1500" b="0">
                <a:solidFill>
                  <a:srgbClr val="DDE8E0"/>
                </a:solidFill>
              </a:defRPr>
            </a:lvl5pPr>
            <a:lvl6pPr>
              <a:defRPr sz="1500" b="0">
                <a:solidFill>
                  <a:srgbClr val="DDE8E0"/>
                </a:solidFill>
              </a:defRPr>
            </a:lvl6pPr>
            <a:lvl7pPr>
              <a:defRPr sz="1500" b="0">
                <a:solidFill>
                  <a:srgbClr val="DDE8E0"/>
                </a:solidFill>
              </a:defRPr>
            </a:lvl7pPr>
            <a:lvl8pPr>
              <a:defRPr sz="1500" b="0">
                <a:solidFill>
                  <a:srgbClr val="DDE8E0"/>
                </a:solidFill>
              </a:defRPr>
            </a:lvl8pPr>
            <a:lvl9pPr>
              <a:defRPr sz="1500" b="0">
                <a:solidFill>
                  <a:srgbClr val="DDE8E0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8E0"/>
                </a:solidFill>
              </a:defRPr>
            </a:pPr>
            <a:r>
              <a:rPr sz="1500" b="0">
                <a:solidFill>
                  <a:srgbClr val="DDE8E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63296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2026-10-27T15:00:42.5600000Z</dcterms:created>
  <dcterms:modified xsi:type="dcterms:W3CDTF">2026-10-27T15:00:42.5600000Z</dcterms:modified>
</coreProperties>
</file>