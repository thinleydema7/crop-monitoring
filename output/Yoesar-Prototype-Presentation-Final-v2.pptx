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b2c8a6ae9c412d" /><Relationship Type="http://schemas.openxmlformats.org/officeDocument/2006/relationships/extended-properties" Target="/docProps/app.xml" Id="R0765ec6d1a054f55" /><Relationship Type="http://schemas.openxmlformats.org/officeDocument/2006/relationships/officeDocument" Target="/ppt/presentation.xml" Id="R492d7771071340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96c7f5689a4cb2"/>
  </p:sldMasterIdLst>
  <p:notesMasterIdLst>
    <p:notesMasterId xmlns:r="http://schemas.openxmlformats.org/officeDocument/2006/relationships" r:id="Rae55231eb8424d07"/>
  </p:notesMasterIdLst>
  <p:sldIdLst>
    <p:sldId xmlns:r="http://schemas.openxmlformats.org/officeDocument/2006/relationships" id="256" r:id="Rb126876e28d44f0c"/>
    <p:sldId xmlns:r="http://schemas.openxmlformats.org/officeDocument/2006/relationships" id="257" r:id="R294418bdef814eae"/>
    <p:sldId xmlns:r="http://schemas.openxmlformats.org/officeDocument/2006/relationships" id="258" r:id="Rb2522d8dd9f6413c"/>
    <p:sldId xmlns:r="http://schemas.openxmlformats.org/officeDocument/2006/relationships" id="259" r:id="Rfc8de7a6565447c6"/>
    <p:sldId xmlns:r="http://schemas.openxmlformats.org/officeDocument/2006/relationships" id="260" r:id="R96adee56275a47f0"/>
    <p:sldId xmlns:r="http://schemas.openxmlformats.org/officeDocument/2006/relationships" id="261" r:id="R8c51feed169d4661"/>
    <p:sldId xmlns:r="http://schemas.openxmlformats.org/officeDocument/2006/relationships" id="262" r:id="R3ebcb60e104d48fd"/>
    <p:sldId xmlns:r="http://schemas.openxmlformats.org/officeDocument/2006/relationships" id="263" r:id="R360daf32a68a44ab"/>
    <p:sldId xmlns:r="http://schemas.openxmlformats.org/officeDocument/2006/relationships" id="264" r:id="Rd1829c2fc8984fec"/>
    <p:sldId xmlns:r="http://schemas.openxmlformats.org/officeDocument/2006/relationships" id="265" r:id="R198ce63e13ad4650"/>
    <p:sldId xmlns:r="http://schemas.openxmlformats.org/officeDocument/2006/relationships" id="266" r:id="R7dd1e36fcf014e02"/>
    <p:sldId xmlns:r="http://schemas.openxmlformats.org/officeDocument/2006/relationships" id="267" r:id="Ra5106cb526da4d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f5a5e1290d4e7c" /><Relationship Type="http://schemas.openxmlformats.org/officeDocument/2006/relationships/slideMaster" Target="/ppt/slideMasters/slideMaster1.xml" Id="R6096c7f5689a4cb2" /><Relationship Type="http://schemas.openxmlformats.org/officeDocument/2006/relationships/notesMaster" Target="/ppt/notesMasters/notesMaster1.xml" Id="Rae55231eb8424d07" /><Relationship Type="http://schemas.openxmlformats.org/officeDocument/2006/relationships/presProps" Target="/ppt/presProps.xml" Id="R85419eaa4ee54996" /><Relationship Type="http://schemas.openxmlformats.org/officeDocument/2006/relationships/tableStyles" Target="/ppt/tableStyles.xml" Id="R81b01fcee88a48bc" /><Relationship Type="http://schemas.openxmlformats.org/officeDocument/2006/relationships/slide" Target="/ppt/slides/slide1.xml" Id="Rb126876e28d44f0c" /><Relationship Type="http://schemas.openxmlformats.org/officeDocument/2006/relationships/slide" Target="/ppt/slides/slide2.xml" Id="R294418bdef814eae" /><Relationship Type="http://schemas.openxmlformats.org/officeDocument/2006/relationships/slide" Target="/ppt/slides/slide3.xml" Id="Rb2522d8dd9f6413c" /><Relationship Type="http://schemas.openxmlformats.org/officeDocument/2006/relationships/slide" Target="/ppt/slides/slide4.xml" Id="Rfc8de7a6565447c6" /><Relationship Type="http://schemas.openxmlformats.org/officeDocument/2006/relationships/slide" Target="/ppt/slides/slide5.xml" Id="R96adee56275a47f0" /><Relationship Type="http://schemas.openxmlformats.org/officeDocument/2006/relationships/slide" Target="/ppt/slides/slide6.xml" Id="R8c51feed169d4661" /><Relationship Type="http://schemas.openxmlformats.org/officeDocument/2006/relationships/slide" Target="/ppt/slides/slide7.xml" Id="R3ebcb60e104d48fd" /><Relationship Type="http://schemas.openxmlformats.org/officeDocument/2006/relationships/slide" Target="/ppt/slides/slide8.xml" Id="R360daf32a68a44ab" /><Relationship Type="http://schemas.openxmlformats.org/officeDocument/2006/relationships/slide" Target="/ppt/slides/slide9.xml" Id="Rd1829c2fc8984fec" /><Relationship Type="http://schemas.openxmlformats.org/officeDocument/2006/relationships/slide" Target="/ppt/slides/slide10.xml" Id="R198ce63e13ad4650" /><Relationship Type="http://schemas.openxmlformats.org/officeDocument/2006/relationships/slide" Target="/ppt/slides/slide11.xml" Id="R7dd1e36fcf014e02" /><Relationship Type="http://schemas.openxmlformats.org/officeDocument/2006/relationships/slide" Target="/ppt/slides/slide12.xml" Id="Ra5106cb526da4d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5d4eed0c6047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3304cc2bc24eca" /><Relationship Type="http://schemas.openxmlformats.org/officeDocument/2006/relationships/notesMaster" Target="/ppt/notesMasters/notesMaster1.xml" Id="Ra42151029b8040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62876c934e403d" /><Relationship Type="http://schemas.openxmlformats.org/officeDocument/2006/relationships/notesMaster" Target="/ppt/notesMasters/notesMaster1.xml" Id="R25e192d35da84a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7dad57f24c4144" /><Relationship Type="http://schemas.openxmlformats.org/officeDocument/2006/relationships/notesMaster" Target="/ppt/notesMasters/notesMaster1.xml" Id="Rf860012f23fe45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51332c58844a4e" /><Relationship Type="http://schemas.openxmlformats.org/officeDocument/2006/relationships/notesMaster" Target="/ppt/notesMasters/notesMaster1.xml" Id="R584dada9bc9946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7e288fd01e4f61" /><Relationship Type="http://schemas.openxmlformats.org/officeDocument/2006/relationships/notesMaster" Target="/ppt/notesMasters/notesMaster1.xml" Id="R521b5e4a7c4f48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835af5889f47ac" /><Relationship Type="http://schemas.openxmlformats.org/officeDocument/2006/relationships/notesMaster" Target="/ppt/notesMasters/notesMaster1.xml" Id="R950b76faf7b545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f8ae95890e449e" /><Relationship Type="http://schemas.openxmlformats.org/officeDocument/2006/relationships/notesMaster" Target="/ppt/notesMasters/notesMaster1.xml" Id="R1d836205e9634c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a5a28578384014" /><Relationship Type="http://schemas.openxmlformats.org/officeDocument/2006/relationships/notesMaster" Target="/ppt/notesMasters/notesMaster1.xml" Id="Re0e590c3ff8d45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8e4ad41e9b45c5" /><Relationship Type="http://schemas.openxmlformats.org/officeDocument/2006/relationships/notesMaster" Target="/ppt/notesMasters/notesMaster1.xml" Id="R7a69ebf35eba4b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9c6231d9264f9b" /><Relationship Type="http://schemas.openxmlformats.org/officeDocument/2006/relationships/notesMaster" Target="/ppt/notesMasters/notesMaster1.xml" Id="Rb36049663bef46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ba24aff3e245b0" /><Relationship Type="http://schemas.openxmlformats.org/officeDocument/2006/relationships/notesMaster" Target="/ppt/notesMasters/notesMaster1.xml" Id="R467f6e5ec88241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7486e11cba4f03" /><Relationship Type="http://schemas.openxmlformats.org/officeDocument/2006/relationships/notesMaster" Target="/ppt/notesMasters/notesMaster1.xml" Id="R6695589d0acd4a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0:30. Introduce Yoesar and the goal: connect a phone-based screening workflow with farmer reports and officer review. Add presenters and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1:00. Frame the prototype as supporting documentation and review, not replacing field expertise or laboratory diagnosis. Add local evidence or interview findings if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1:00. Explain the end-to-end journey. Local inference works without a server; sharing and synchronization require a working backend and network.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1:20. Explain the engineering rationale: boxes are useful for showing where a detector sees symptoms, and the team got a TFLite artifact into the mobile app. Avoid claiming superiority without benchmarks.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1:20. Replace every bracketed item with your actual training record. The project files do not include the dataset or training log, so counts and source have not been assumed.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1:40. Walk through the actual pipeline and export. Bundled metadata confirms Ultralytics YOLO26s, 640×640 input, and one class named diseased. Fill training settings from the notebook or run 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1:30. Insert actual held-out test metrics and examples. Do not substitute training accuracy for test performance. Packaged model metadata indicates one class, so describe disease-region screening rather than disease identification.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2:00 demo. Use a prepared image with a known expected outcome. Show a transparent box and label beneath it. One-class screening does not name a disease; no detection does not prove a healthy plant.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1:50. Use the live dashboard if the backend is ready; otherwise insert a real screenshot and state that it is not live. Show one report and review flow. Do not expose private farmer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1:00. Separate local inference/storage from server collaboration. Sync requires a correct backend address, a running service, and database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1:20. Be candid about limits and focus next steps on model quality, dataset coverage, disease-specific outputs, and reliable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0:50. Summarize the prototype and invite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0a82c309643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1418c87104e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68308881be4e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25be7e255e43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d280ed6c2f43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02701c130d48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DF9953-BB67-4DE7-A1C3-54CF0A944F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5480D37-5C5A-4DE4-9CE5-DB676D0446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F648FE6-B73C-44B3-8F73-253BFFC71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187173-34DF-4813-A7D6-25E58537B9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835D27-2A35-48DC-9421-3E63E98A0F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18A8580-AA51-4492-B855-8FA5E0A106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887DAB-BC69-4033-A8C6-53E8EECD2D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7D6E76-65F7-46AF-9730-271289700A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E7A4A4-B318-4EA1-9013-D031D66C2B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61E59E-7966-4562-829A-B356626F92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277d1cd01e4280" /><Relationship Type="http://schemas.openxmlformats.org/officeDocument/2006/relationships/slideLayout" Target="/ppt/slideLayouts/slideLayout1.xml" Id="Rd900d6a1349f48f2" /><Relationship Type="http://schemas.openxmlformats.org/officeDocument/2006/relationships/slideLayout" Target="/ppt/slideLayouts/slideLayout2.xml" Id="R98330b9064c04651" /><Relationship Type="http://schemas.openxmlformats.org/officeDocument/2006/relationships/slideLayout" Target="/ppt/slideLayouts/slideLayout3.xml" Id="Rb132b71976c448f5" /><Relationship Type="http://schemas.openxmlformats.org/officeDocument/2006/relationships/slideLayout" Target="/ppt/slideLayouts/slideLayout4.xml" Id="Rfdfeee48e7084100" /><Relationship Type="http://schemas.openxmlformats.org/officeDocument/2006/relationships/slideLayout" Target="/ppt/slideLayouts/slideLayout5.xml" Id="Rcd8838dfb1e14472" /><Relationship Type="http://schemas.openxmlformats.org/officeDocument/2006/relationships/slideLayout" Target="/ppt/slideLayouts/slideLayout6.xml" Id="Radfd99da7e054f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00d6a1349f48f2"/>
    <p:sldLayoutId xmlns:r="http://schemas.openxmlformats.org/officeDocument/2006/relationships" id="2147483650" r:id="R98330b9064c04651"/>
    <p:sldLayoutId xmlns:r="http://schemas.openxmlformats.org/officeDocument/2006/relationships" id="2147483651" r:id="Rb132b71976c448f5"/>
    <p:sldLayoutId xmlns:r="http://schemas.openxmlformats.org/officeDocument/2006/relationships" id="2147483652" r:id="Rfdfeee48e7084100"/>
    <p:sldLayoutId xmlns:r="http://schemas.openxmlformats.org/officeDocument/2006/relationships" id="2147483653" r:id="Rcd8838dfb1e14472"/>
    <p:sldLayoutId xmlns:r="http://schemas.openxmlformats.org/officeDocument/2006/relationships" id="2147483654" r:id="Radfd99da7e054f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a058227a72480a" /><Relationship Type="http://schemas.openxmlformats.org/officeDocument/2006/relationships/notesSlide" Target="/ppt/notesSlides/notesSlide1.xml" Id="R2cd025bab2a34b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8d1c71e8cb4bef" /><Relationship Type="http://schemas.openxmlformats.org/officeDocument/2006/relationships/notesSlide" Target="/ppt/notesSlides/notesSlide2.xml" Id="R758f77c085454d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02829bc5644ffa" /><Relationship Type="http://schemas.openxmlformats.org/officeDocument/2006/relationships/notesSlide" Target="/ppt/notesSlides/notesSlide3.xml" Id="R45388caa14c947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0b2cba73f5493d" /><Relationship Type="http://schemas.openxmlformats.org/officeDocument/2006/relationships/notesSlide" Target="/ppt/notesSlides/notesSlide4.xml" Id="Rd8a4643524e147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0466a9b110428a" /><Relationship Type="http://schemas.openxmlformats.org/officeDocument/2006/relationships/notesSlide" Target="/ppt/notesSlides/notesSlide5.xml" Id="Rf5d084ee4aa544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9bc3ecbbab4ed7" /><Relationship Type="http://schemas.openxmlformats.org/officeDocument/2006/relationships/notesSlide" Target="/ppt/notesSlides/notesSlide6.xml" Id="R7b786e9174454b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a4b1ab96cd4cd8" /><Relationship Type="http://schemas.openxmlformats.org/officeDocument/2006/relationships/notesSlide" Target="/ppt/notesSlides/notesSlide7.xml" Id="Rcb2bb735522c4a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cb9ce92b774489" /><Relationship Type="http://schemas.openxmlformats.org/officeDocument/2006/relationships/notesSlide" Target="/ppt/notesSlides/notesSlide8.xml" Id="Redab5c39933a4f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aa9dcd3b8c4914" /><Relationship Type="http://schemas.openxmlformats.org/officeDocument/2006/relationships/notesSlide" Target="/ppt/notesSlides/notesSlide9.xml" Id="R0f397c946cbf44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c0425b700d4bf8" /><Relationship Type="http://schemas.openxmlformats.org/officeDocument/2006/relationships/notesSlide" Target="/ppt/notesSlides/notesSlide10.xml" Id="Rbf8004d1d30144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2d056ff9834222" /><Relationship Type="http://schemas.openxmlformats.org/officeDocument/2006/relationships/notesSlide" Target="/ppt/notesSlides/notesSlide11.xml" Id="R7e11e2a4339e48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8ae0f51c0d4360" /><Relationship Type="http://schemas.openxmlformats.org/officeDocument/2006/relationships/notesSlide" Target="/ppt/notesSlides/notesSlide12.xml" Id="Raa17e93fbdbb4f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4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35C78-279D-4BCB-A559-C6DE41DB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DD7AC-707A-46E0-A55F-980C3A03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CBE56A"/>
                </a:solidFill>
              </a:defRPr>
            </a:defPPr>
            <a:lvl1pPr>
              <a:defRPr sz="1500" b="1">
                <a:solidFill>
                  <a:srgbClr val="CBE56A"/>
                </a:solidFill>
              </a:defRPr>
            </a:lvl1pPr>
            <a:lvl2pPr>
              <a:defRPr sz="1500" b="1">
                <a:solidFill>
                  <a:srgbClr val="CBE56A"/>
                </a:solidFill>
              </a:defRPr>
            </a:lvl2pPr>
            <a:lvl3pPr>
              <a:defRPr sz="1500" b="1">
                <a:solidFill>
                  <a:srgbClr val="CBE56A"/>
                </a:solidFill>
              </a:defRPr>
            </a:lvl3pPr>
            <a:lvl4pPr>
              <a:defRPr sz="1500" b="1">
                <a:solidFill>
                  <a:srgbClr val="CBE56A"/>
                </a:solidFill>
              </a:defRPr>
            </a:lvl4pPr>
            <a:lvl5pPr>
              <a:defRPr sz="1500" b="1">
                <a:solidFill>
                  <a:srgbClr val="CBE56A"/>
                </a:solidFill>
              </a:defRPr>
            </a:lvl5pPr>
            <a:lvl6pPr>
              <a:defRPr sz="1500" b="1">
                <a:solidFill>
                  <a:srgbClr val="CBE56A"/>
                </a:solidFill>
              </a:defRPr>
            </a:lvl6pPr>
            <a:lvl7pPr>
              <a:defRPr sz="1500" b="1">
                <a:solidFill>
                  <a:srgbClr val="CBE56A"/>
                </a:solidFill>
              </a:defRPr>
            </a:lvl7pPr>
            <a:lvl8pPr>
              <a:defRPr sz="1500" b="1">
                <a:solidFill>
                  <a:srgbClr val="CBE56A"/>
                </a:solidFill>
              </a:defRPr>
            </a:lvl8pPr>
            <a:lvl9pPr>
              <a:defRPr sz="1500" b="1">
                <a:solidFill>
                  <a:srgbClr val="CBE56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CBE56A"/>
                </a:solidFill>
              </a:defRPr>
            </a:pPr>
            <a:r>
              <a:rPr sz="1500" b="1">
                <a:solidFill>
                  <a:srgbClr val="CBE56A"/>
                </a:solidFill>
              </a:rPr>
              <a:t>YOESAR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5A9CD-0AFF-4AE0-B2D6-EC99EFCF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819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 b="1">
                <a:solidFill>
                  <a:srgbClr val="FFFFFF"/>
                </a:solidFill>
              </a:defRPr>
            </a:defPPr>
            <a:lvl1pPr>
              <a:defRPr sz="3900" b="1">
                <a:solidFill>
                  <a:srgbClr val="FFFFFF"/>
                </a:solidFill>
              </a:defRPr>
            </a:lvl1pPr>
            <a:lvl2pPr>
              <a:defRPr sz="3900" b="1">
                <a:solidFill>
                  <a:srgbClr val="FFFFFF"/>
                </a:solidFill>
              </a:defRPr>
            </a:lvl2pPr>
            <a:lvl3pPr>
              <a:defRPr sz="3900" b="1">
                <a:solidFill>
                  <a:srgbClr val="FFFFFF"/>
                </a:solidFill>
              </a:defRPr>
            </a:lvl3pPr>
            <a:lvl4pPr>
              <a:defRPr sz="3900" b="1">
                <a:solidFill>
                  <a:srgbClr val="FFFFFF"/>
                </a:solidFill>
              </a:defRPr>
            </a:lvl4pPr>
            <a:lvl5pPr>
              <a:defRPr sz="3900" b="1">
                <a:solidFill>
                  <a:srgbClr val="FFFFFF"/>
                </a:solidFill>
              </a:defRPr>
            </a:lvl5pPr>
            <a:lvl6pPr>
              <a:defRPr sz="3900" b="1">
                <a:solidFill>
                  <a:srgbClr val="FFFFFF"/>
                </a:solidFill>
              </a:defRPr>
            </a:lvl6pPr>
            <a:lvl7pPr>
              <a:defRPr sz="3900" b="1">
                <a:solidFill>
                  <a:srgbClr val="FFFFFF"/>
                </a:solidFill>
              </a:defRPr>
            </a:lvl7pPr>
            <a:lvl8pPr>
              <a:defRPr sz="3900" b="1">
                <a:solidFill>
                  <a:srgbClr val="FFFFFF"/>
                </a:solidFill>
              </a:defRPr>
            </a:lvl8pPr>
            <a:lvl9pPr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Crop disease screening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F2A20-B8AC-44AE-9120-02A86B6F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DDE8E0"/>
                </a:solidFill>
              </a:defRPr>
            </a:defPPr>
            <a:lvl1pPr>
              <a:defRPr sz="1800" b="0">
                <a:solidFill>
                  <a:srgbClr val="DDE8E0"/>
                </a:solidFill>
              </a:defRPr>
            </a:lvl1pPr>
            <a:lvl2pPr>
              <a:defRPr sz="1800" b="0">
                <a:solidFill>
                  <a:srgbClr val="DDE8E0"/>
                </a:solidFill>
              </a:defRPr>
            </a:lvl2pPr>
            <a:lvl3pPr>
              <a:defRPr sz="1800" b="0">
                <a:solidFill>
                  <a:srgbClr val="DDE8E0"/>
                </a:solidFill>
              </a:defRPr>
            </a:lvl3pPr>
            <a:lvl4pPr>
              <a:defRPr sz="1800" b="0">
                <a:solidFill>
                  <a:srgbClr val="DDE8E0"/>
                </a:solidFill>
              </a:defRPr>
            </a:lvl4pPr>
            <a:lvl5pPr>
              <a:defRPr sz="1800" b="0">
                <a:solidFill>
                  <a:srgbClr val="DDE8E0"/>
                </a:solidFill>
              </a:defRPr>
            </a:lvl5pPr>
            <a:lvl6pPr>
              <a:defRPr sz="1800" b="0">
                <a:solidFill>
                  <a:srgbClr val="DDE8E0"/>
                </a:solidFill>
              </a:defRPr>
            </a:lvl6pPr>
            <a:lvl7pPr>
              <a:defRPr sz="1800" b="0">
                <a:solidFill>
                  <a:srgbClr val="DDE8E0"/>
                </a:solidFill>
              </a:defRPr>
            </a:lvl7pPr>
            <a:lvl8pPr>
              <a:defRPr sz="1800" b="0">
                <a:solidFill>
                  <a:srgbClr val="DDE8E0"/>
                </a:solidFill>
              </a:defRPr>
            </a:lvl8pPr>
            <a:lvl9pPr>
              <a:defRPr sz="1800" b="0">
                <a:solidFill>
                  <a:srgbClr val="DDE8E0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DDE8E0"/>
                </a:solidFill>
              </a:defRPr>
            </a:pPr>
            <a:r>
              <a:rPr sz="1800" b="0">
                <a:solidFill>
                  <a:srgbClr val="DDE8E0"/>
                </a:solidFill>
              </a:rPr>
              <a:t>On-device leaf detection • farmer reporting • officer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41CEE-CFEC-43B8-B24E-DB3D1EF3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23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C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AA7F4-6C91-419E-893F-FC89F2E0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DDE8E0"/>
                </a:solidFill>
              </a:defRPr>
            </a:defPPr>
            <a:lvl1pPr>
              <a:defRPr sz="1350" b="0">
                <a:solidFill>
                  <a:srgbClr val="DDE8E0"/>
                </a:solidFill>
              </a:defRPr>
            </a:lvl1pPr>
            <a:lvl2pPr>
              <a:defRPr sz="1350" b="0">
                <a:solidFill>
                  <a:srgbClr val="DDE8E0"/>
                </a:solidFill>
              </a:defRPr>
            </a:lvl2pPr>
            <a:lvl3pPr>
              <a:defRPr sz="1350" b="0">
                <a:solidFill>
                  <a:srgbClr val="DDE8E0"/>
                </a:solidFill>
              </a:defRPr>
            </a:lvl3pPr>
            <a:lvl4pPr>
              <a:defRPr sz="1350" b="0">
                <a:solidFill>
                  <a:srgbClr val="DDE8E0"/>
                </a:solidFill>
              </a:defRPr>
            </a:lvl4pPr>
            <a:lvl5pPr>
              <a:defRPr sz="1350" b="0">
                <a:solidFill>
                  <a:srgbClr val="DDE8E0"/>
                </a:solidFill>
              </a:defRPr>
            </a:lvl5pPr>
            <a:lvl6pPr>
              <a:defRPr sz="1350" b="0">
                <a:solidFill>
                  <a:srgbClr val="DDE8E0"/>
                </a:solidFill>
              </a:defRPr>
            </a:lvl6pPr>
            <a:lvl7pPr>
              <a:defRPr sz="1350" b="0">
                <a:solidFill>
                  <a:srgbClr val="DDE8E0"/>
                </a:solidFill>
              </a:defRPr>
            </a:lvl7pPr>
            <a:lvl8pPr>
              <a:defRPr sz="1350" b="0">
                <a:solidFill>
                  <a:srgbClr val="DDE8E0"/>
                </a:solidFill>
              </a:defRPr>
            </a:lvl8pPr>
            <a:lvl9pPr>
              <a:defRPr sz="1350" b="0">
                <a:solidFill>
                  <a:srgbClr val="DDE8E0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DE8E0"/>
                </a:solidFill>
              </a:defRPr>
            </a:pPr>
            <a:r>
              <a:rPr sz="1350" b="0">
                <a:solidFill>
                  <a:srgbClr val="DDE8E0"/>
                </a:solidFill>
              </a:rPr>
              <a:t>15-minute prototype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4D513-37C5-4747-9992-8A0935BE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DDE8E0"/>
                </a:solidFill>
              </a:defRPr>
            </a:defPPr>
            <a:lvl1pPr>
              <a:defRPr sz="1200" b="0">
                <a:solidFill>
                  <a:srgbClr val="DDE8E0"/>
                </a:solidFill>
              </a:defRPr>
            </a:lvl1pPr>
            <a:lvl2pPr>
              <a:defRPr sz="1200" b="0">
                <a:solidFill>
                  <a:srgbClr val="DDE8E0"/>
                </a:solidFill>
              </a:defRPr>
            </a:lvl2pPr>
            <a:lvl3pPr>
              <a:defRPr sz="1200" b="0">
                <a:solidFill>
                  <a:srgbClr val="DDE8E0"/>
                </a:solidFill>
              </a:defRPr>
            </a:lvl3pPr>
            <a:lvl4pPr>
              <a:defRPr sz="1200" b="0">
                <a:solidFill>
                  <a:srgbClr val="DDE8E0"/>
                </a:solidFill>
              </a:defRPr>
            </a:lvl4pPr>
            <a:lvl5pPr>
              <a:defRPr sz="1200" b="0">
                <a:solidFill>
                  <a:srgbClr val="DDE8E0"/>
                </a:solidFill>
              </a:defRPr>
            </a:lvl5pPr>
            <a:lvl6pPr>
              <a:defRPr sz="1200" b="0">
                <a:solidFill>
                  <a:srgbClr val="DDE8E0"/>
                </a:solidFill>
              </a:defRPr>
            </a:lvl6pPr>
            <a:lvl7pPr>
              <a:defRPr sz="1200" b="0">
                <a:solidFill>
                  <a:srgbClr val="DDE8E0"/>
                </a:solidFill>
              </a:defRPr>
            </a:lvl7pPr>
            <a:lvl8pPr>
              <a:defRPr sz="1200" b="0">
                <a:solidFill>
                  <a:srgbClr val="DDE8E0"/>
                </a:solidFill>
              </a:defRPr>
            </a:lvl8pPr>
            <a:lvl9pPr>
              <a:defRPr sz="1200" b="0">
                <a:solidFill>
                  <a:srgbClr val="DDE8E0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DDE8E0"/>
                </a:solidFill>
              </a:defRPr>
            </a:pPr>
            <a:r>
              <a:rPr sz="1200" b="0">
                <a:solidFill>
                  <a:srgbClr val="DDE8E0"/>
                </a:solidFill>
              </a:rPr>
              <a:t>Team: [add names]     Date: [add date]</a:t>
            </a:r>
          </a:p>
        </p:txBody>
      </p:sp>
    </p:spTree>
    <p:extLst>
      <p:ext uri="{BB962C8B-B14F-4D97-AF65-F5344CB8AC3E}">
        <p14:creationId xmlns:p14="http://schemas.microsoft.com/office/powerpoint/2010/main" val="335107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9F170-9FD1-45E8-8D82-50656554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4D3A"/>
                </a:solidFill>
              </a:defRPr>
            </a:defPPr>
            <a:lvl1pPr>
              <a:defRPr sz="1125" b="1">
                <a:solidFill>
                  <a:srgbClr val="174D3A"/>
                </a:solidFill>
              </a:defRPr>
            </a:lvl1pPr>
            <a:lvl2pPr>
              <a:defRPr sz="1125" b="1">
                <a:solidFill>
                  <a:srgbClr val="174D3A"/>
                </a:solidFill>
              </a:defRPr>
            </a:lvl2pPr>
            <a:lvl3pPr>
              <a:defRPr sz="1125" b="1">
                <a:solidFill>
                  <a:srgbClr val="174D3A"/>
                </a:solidFill>
              </a:defRPr>
            </a:lvl3pPr>
            <a:lvl4pPr>
              <a:defRPr sz="1125" b="1">
                <a:solidFill>
                  <a:srgbClr val="174D3A"/>
                </a:solidFill>
              </a:defRPr>
            </a:lvl4pPr>
            <a:lvl5pPr>
              <a:defRPr sz="1125" b="1">
                <a:solidFill>
                  <a:srgbClr val="174D3A"/>
                </a:solidFill>
              </a:defRPr>
            </a:lvl5pPr>
            <a:lvl6pPr>
              <a:defRPr sz="1125" b="1">
                <a:solidFill>
                  <a:srgbClr val="174D3A"/>
                </a:solidFill>
              </a:defRPr>
            </a:lvl6pPr>
            <a:lvl7pPr>
              <a:defRPr sz="1125" b="1">
                <a:solidFill>
                  <a:srgbClr val="174D3A"/>
                </a:solidFill>
              </a:defRPr>
            </a:lvl7pPr>
            <a:lvl8pPr>
              <a:defRPr sz="1125" b="1">
                <a:solidFill>
                  <a:srgbClr val="174D3A"/>
                </a:solidFill>
              </a:defRPr>
            </a:lvl8pPr>
            <a:lvl9pPr>
              <a:defRPr sz="112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4D3A"/>
                </a:solidFill>
              </a:defRPr>
            </a:pPr>
            <a:r>
              <a:rPr sz="1125" b="1">
                <a:solidFill>
                  <a:srgbClr val="174D3A"/>
                </a:solidFill>
              </a:rPr>
              <a:t>YOESAR •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88CE0-A0E6-49B2-9659-493B49DC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E2A24"/>
                </a:solidFill>
              </a:defRPr>
            </a:defPPr>
            <a:lvl1pPr>
              <a:defRPr sz="2700" b="1">
                <a:solidFill>
                  <a:srgbClr val="1E2A24"/>
                </a:solidFill>
              </a:defRPr>
            </a:lvl1pPr>
            <a:lvl2pPr>
              <a:defRPr sz="2700" b="1">
                <a:solidFill>
                  <a:srgbClr val="1E2A24"/>
                </a:solidFill>
              </a:defRPr>
            </a:lvl2pPr>
            <a:lvl3pPr>
              <a:defRPr sz="2700" b="1">
                <a:solidFill>
                  <a:srgbClr val="1E2A24"/>
                </a:solidFill>
              </a:defRPr>
            </a:lvl3pPr>
            <a:lvl4pPr>
              <a:defRPr sz="2700" b="1">
                <a:solidFill>
                  <a:srgbClr val="1E2A24"/>
                </a:solidFill>
              </a:defRPr>
            </a:lvl4pPr>
            <a:lvl5pPr>
              <a:defRPr sz="2700" b="1">
                <a:solidFill>
                  <a:srgbClr val="1E2A24"/>
                </a:solidFill>
              </a:defRPr>
            </a:lvl5pPr>
            <a:lvl6pPr>
              <a:defRPr sz="2700" b="1">
                <a:solidFill>
                  <a:srgbClr val="1E2A24"/>
                </a:solidFill>
              </a:defRPr>
            </a:lvl6pPr>
            <a:lvl7pPr>
              <a:defRPr sz="2700" b="1">
                <a:solidFill>
                  <a:srgbClr val="1E2A24"/>
                </a:solidFill>
              </a:defRPr>
            </a:lvl7pPr>
            <a:lvl8pPr>
              <a:defRPr sz="2700" b="1">
                <a:solidFill>
                  <a:srgbClr val="1E2A24"/>
                </a:solidFill>
              </a:defRPr>
            </a:lvl8pPr>
            <a:lvl9pPr>
              <a:defRPr sz="2700" b="1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E2A24"/>
                </a:solidFill>
              </a:defRPr>
            </a:pPr>
            <a:r>
              <a:rPr sz="2700" b="1">
                <a:solidFill>
                  <a:srgbClr val="1E2A24"/>
                </a:solidFill>
              </a:rPr>
              <a:t>The problem and the people it affects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19E8E-162B-4456-AA96-689478D1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2F9F7-95B7-4DD7-BF82-CA3CD415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4D3A"/>
                </a:solidFill>
              </a:defRPr>
            </a:defPPr>
            <a:lvl1pPr>
              <a:defRPr sz="1875" b="1">
                <a:solidFill>
                  <a:srgbClr val="174D3A"/>
                </a:solidFill>
              </a:defRPr>
            </a:lvl1pPr>
            <a:lvl2pPr>
              <a:defRPr sz="1875" b="1">
                <a:solidFill>
                  <a:srgbClr val="174D3A"/>
                </a:solidFill>
              </a:defRPr>
            </a:lvl2pPr>
            <a:lvl3pPr>
              <a:defRPr sz="1875" b="1">
                <a:solidFill>
                  <a:srgbClr val="174D3A"/>
                </a:solidFill>
              </a:defRPr>
            </a:lvl3pPr>
            <a:lvl4pPr>
              <a:defRPr sz="1875" b="1">
                <a:solidFill>
                  <a:srgbClr val="174D3A"/>
                </a:solidFill>
              </a:defRPr>
            </a:lvl4pPr>
            <a:lvl5pPr>
              <a:defRPr sz="1875" b="1">
                <a:solidFill>
                  <a:srgbClr val="174D3A"/>
                </a:solidFill>
              </a:defRPr>
            </a:lvl5pPr>
            <a:lvl6pPr>
              <a:defRPr sz="1875" b="1">
                <a:solidFill>
                  <a:srgbClr val="174D3A"/>
                </a:solidFill>
              </a:defRPr>
            </a:lvl6pPr>
            <a:lvl7pPr>
              <a:defRPr sz="1875" b="1">
                <a:solidFill>
                  <a:srgbClr val="174D3A"/>
                </a:solidFill>
              </a:defRPr>
            </a:lvl7pPr>
            <a:lvl8pPr>
              <a:defRPr sz="1875" b="1">
                <a:solidFill>
                  <a:srgbClr val="174D3A"/>
                </a:solidFill>
              </a:defRPr>
            </a:lvl8pPr>
            <a:lvl9pPr>
              <a:defRPr sz="18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4D3A"/>
                </a:solidFill>
              </a:defRPr>
            </a:pPr>
            <a:r>
              <a:rPr sz="1875" b="1">
                <a:solidFill>
                  <a:srgbClr val="174D3A"/>
                </a:solidFill>
              </a:rPr>
              <a:t>Farmers need a practical way to document suspicious crop symptoms and get a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4828D-1CDC-4979-A4F4-1F55569E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FARMER — capture a leaf image, see screening results, save a report, and follow its status.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CE1F7-F12E-4693-B76B-91B5797C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AGRICULTURAL OFFICER — review submitted reports, inspect evidence, and provide follow-up advice.</a:t>
            </a:r>
          </a:p>
        </p:txBody>
      </p:sp>
    </p:spTree>
    <p:extLst>
      <p:ext uri="{BB962C8B-B14F-4D97-AF65-F5344CB8AC3E}">
        <p14:creationId xmlns:p14="http://schemas.microsoft.com/office/powerpoint/2010/main" val="16138365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6E843-F506-48DF-BCD4-93201258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4D3A"/>
                </a:solidFill>
              </a:defRPr>
            </a:defPPr>
            <a:lvl1pPr>
              <a:defRPr sz="1125" b="1">
                <a:solidFill>
                  <a:srgbClr val="174D3A"/>
                </a:solidFill>
              </a:defRPr>
            </a:lvl1pPr>
            <a:lvl2pPr>
              <a:defRPr sz="1125" b="1">
                <a:solidFill>
                  <a:srgbClr val="174D3A"/>
                </a:solidFill>
              </a:defRPr>
            </a:lvl2pPr>
            <a:lvl3pPr>
              <a:defRPr sz="1125" b="1">
                <a:solidFill>
                  <a:srgbClr val="174D3A"/>
                </a:solidFill>
              </a:defRPr>
            </a:lvl3pPr>
            <a:lvl4pPr>
              <a:defRPr sz="1125" b="1">
                <a:solidFill>
                  <a:srgbClr val="174D3A"/>
                </a:solidFill>
              </a:defRPr>
            </a:lvl4pPr>
            <a:lvl5pPr>
              <a:defRPr sz="1125" b="1">
                <a:solidFill>
                  <a:srgbClr val="174D3A"/>
                </a:solidFill>
              </a:defRPr>
            </a:lvl5pPr>
            <a:lvl6pPr>
              <a:defRPr sz="1125" b="1">
                <a:solidFill>
                  <a:srgbClr val="174D3A"/>
                </a:solidFill>
              </a:defRPr>
            </a:lvl6pPr>
            <a:lvl7pPr>
              <a:defRPr sz="1125" b="1">
                <a:solidFill>
                  <a:srgbClr val="174D3A"/>
                </a:solidFill>
              </a:defRPr>
            </a:lvl7pPr>
            <a:lvl8pPr>
              <a:defRPr sz="1125" b="1">
                <a:solidFill>
                  <a:srgbClr val="174D3A"/>
                </a:solidFill>
              </a:defRPr>
            </a:lvl8pPr>
            <a:lvl9pPr>
              <a:defRPr sz="112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4D3A"/>
                </a:solidFill>
              </a:defRPr>
            </a:pPr>
            <a:r>
              <a:rPr sz="1125" b="1">
                <a:solidFill>
                  <a:srgbClr val="174D3A"/>
                </a:solidFill>
              </a:rPr>
              <a:t>YOESAR •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F0D8E-1094-4B97-8837-86E85754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E2A24"/>
                </a:solidFill>
              </a:defRPr>
            </a:defPPr>
            <a:lvl1pPr>
              <a:defRPr sz="2700" b="1">
                <a:solidFill>
                  <a:srgbClr val="1E2A24"/>
                </a:solidFill>
              </a:defRPr>
            </a:lvl1pPr>
            <a:lvl2pPr>
              <a:defRPr sz="2700" b="1">
                <a:solidFill>
                  <a:srgbClr val="1E2A24"/>
                </a:solidFill>
              </a:defRPr>
            </a:lvl2pPr>
            <a:lvl3pPr>
              <a:defRPr sz="2700" b="1">
                <a:solidFill>
                  <a:srgbClr val="1E2A24"/>
                </a:solidFill>
              </a:defRPr>
            </a:lvl3pPr>
            <a:lvl4pPr>
              <a:defRPr sz="2700" b="1">
                <a:solidFill>
                  <a:srgbClr val="1E2A24"/>
                </a:solidFill>
              </a:defRPr>
            </a:lvl4pPr>
            <a:lvl5pPr>
              <a:defRPr sz="2700" b="1">
                <a:solidFill>
                  <a:srgbClr val="1E2A24"/>
                </a:solidFill>
              </a:defRPr>
            </a:lvl5pPr>
            <a:lvl6pPr>
              <a:defRPr sz="2700" b="1">
                <a:solidFill>
                  <a:srgbClr val="1E2A24"/>
                </a:solidFill>
              </a:defRPr>
            </a:lvl6pPr>
            <a:lvl7pPr>
              <a:defRPr sz="2700" b="1">
                <a:solidFill>
                  <a:srgbClr val="1E2A24"/>
                </a:solidFill>
              </a:defRPr>
            </a:lvl7pPr>
            <a:lvl8pPr>
              <a:defRPr sz="2700" b="1">
                <a:solidFill>
                  <a:srgbClr val="1E2A24"/>
                </a:solidFill>
              </a:defRPr>
            </a:lvl8pPr>
            <a:lvl9pPr>
              <a:defRPr sz="2700" b="1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E2A24"/>
                </a:solidFill>
              </a:defRPr>
            </a:pPr>
            <a:r>
              <a:rPr sz="2700" b="1">
                <a:solidFill>
                  <a:srgbClr val="1E2A24"/>
                </a:solidFill>
              </a:rPr>
              <a:t>Prototype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8B915-DA92-4000-AC8D-50B058D7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86C30-FD52-494B-8FB7-DD5708F0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4D3A"/>
                </a:solidFill>
              </a:defRPr>
            </a:defPPr>
            <a:lvl1pPr>
              <a:defRPr sz="1875" b="1">
                <a:solidFill>
                  <a:srgbClr val="174D3A"/>
                </a:solidFill>
              </a:defRPr>
            </a:lvl1pPr>
            <a:lvl2pPr>
              <a:defRPr sz="1875" b="1">
                <a:solidFill>
                  <a:srgbClr val="174D3A"/>
                </a:solidFill>
              </a:defRPr>
            </a:lvl2pPr>
            <a:lvl3pPr>
              <a:defRPr sz="1875" b="1">
                <a:solidFill>
                  <a:srgbClr val="174D3A"/>
                </a:solidFill>
              </a:defRPr>
            </a:lvl3pPr>
            <a:lvl4pPr>
              <a:defRPr sz="1875" b="1">
                <a:solidFill>
                  <a:srgbClr val="174D3A"/>
                </a:solidFill>
              </a:defRPr>
            </a:lvl4pPr>
            <a:lvl5pPr>
              <a:defRPr sz="1875" b="1">
                <a:solidFill>
                  <a:srgbClr val="174D3A"/>
                </a:solidFill>
              </a:defRPr>
            </a:lvl5pPr>
            <a:lvl6pPr>
              <a:defRPr sz="1875" b="1">
                <a:solidFill>
                  <a:srgbClr val="174D3A"/>
                </a:solidFill>
              </a:defRPr>
            </a:lvl6pPr>
            <a:lvl7pPr>
              <a:defRPr sz="1875" b="1">
                <a:solidFill>
                  <a:srgbClr val="174D3A"/>
                </a:solidFill>
              </a:defRPr>
            </a:lvl7pPr>
            <a:lvl8pPr>
              <a:defRPr sz="1875" b="1">
                <a:solidFill>
                  <a:srgbClr val="174D3A"/>
                </a:solidFill>
              </a:defRPr>
            </a:lvl8pPr>
            <a:lvl9pPr>
              <a:defRPr sz="18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4D3A"/>
                </a:solidFill>
              </a:defRPr>
            </a:pPr>
            <a:r>
              <a:rPr sz="1875" b="1">
                <a:solidFill>
                  <a:srgbClr val="174D3A"/>
                </a:solidFill>
              </a:rPr>
              <a:t>01  CAPTURE — Camera or gallery photo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D947A-5C55-4836-B995-29A07CB2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4D3A"/>
                </a:solidFill>
              </a:defRPr>
            </a:defPPr>
            <a:lvl1pPr>
              <a:defRPr sz="1575" b="1">
                <a:solidFill>
                  <a:srgbClr val="174D3A"/>
                </a:solidFill>
              </a:defRPr>
            </a:lvl1pPr>
            <a:lvl2pPr>
              <a:defRPr sz="1575" b="1">
                <a:solidFill>
                  <a:srgbClr val="174D3A"/>
                </a:solidFill>
              </a:defRPr>
            </a:lvl2pPr>
            <a:lvl3pPr>
              <a:defRPr sz="1575" b="1">
                <a:solidFill>
                  <a:srgbClr val="174D3A"/>
                </a:solidFill>
              </a:defRPr>
            </a:lvl3pPr>
            <a:lvl4pPr>
              <a:defRPr sz="1575" b="1">
                <a:solidFill>
                  <a:srgbClr val="174D3A"/>
                </a:solidFill>
              </a:defRPr>
            </a:lvl4pPr>
            <a:lvl5pPr>
              <a:defRPr sz="1575" b="1">
                <a:solidFill>
                  <a:srgbClr val="174D3A"/>
                </a:solidFill>
              </a:defRPr>
            </a:lvl5pPr>
            <a:lvl6pPr>
              <a:defRPr sz="1575" b="1">
                <a:solidFill>
                  <a:srgbClr val="174D3A"/>
                </a:solidFill>
              </a:defRPr>
            </a:lvl6pPr>
            <a:lvl7pPr>
              <a:defRPr sz="1575" b="1">
                <a:solidFill>
                  <a:srgbClr val="174D3A"/>
                </a:solidFill>
              </a:defRPr>
            </a:lvl7pPr>
            <a:lvl8pPr>
              <a:defRPr sz="1575" b="1">
                <a:solidFill>
                  <a:srgbClr val="174D3A"/>
                </a:solidFill>
              </a:defRPr>
            </a:lvl8pPr>
            <a:lvl9pPr>
              <a:defRPr sz="15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4D3A"/>
                </a:solidFill>
              </a:defRPr>
            </a:pPr>
            <a:r>
              <a:rPr sz="1575" b="1">
                <a:solidFill>
                  <a:srgbClr val="174D3A"/>
                </a:solidFill>
              </a:rPr>
              <a:t>02  SCREEN — YOLO26s runs on phone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C30E7-3F28-402D-BBE6-5E7BD7D7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4D3A"/>
                </a:solidFill>
              </a:defRPr>
            </a:defPPr>
            <a:lvl1pPr>
              <a:defRPr sz="1575" b="1">
                <a:solidFill>
                  <a:srgbClr val="174D3A"/>
                </a:solidFill>
              </a:defRPr>
            </a:lvl1pPr>
            <a:lvl2pPr>
              <a:defRPr sz="1575" b="1">
                <a:solidFill>
                  <a:srgbClr val="174D3A"/>
                </a:solidFill>
              </a:defRPr>
            </a:lvl2pPr>
            <a:lvl3pPr>
              <a:defRPr sz="1575" b="1">
                <a:solidFill>
                  <a:srgbClr val="174D3A"/>
                </a:solidFill>
              </a:defRPr>
            </a:lvl3pPr>
            <a:lvl4pPr>
              <a:defRPr sz="1575" b="1">
                <a:solidFill>
                  <a:srgbClr val="174D3A"/>
                </a:solidFill>
              </a:defRPr>
            </a:lvl4pPr>
            <a:lvl5pPr>
              <a:defRPr sz="1575" b="1">
                <a:solidFill>
                  <a:srgbClr val="174D3A"/>
                </a:solidFill>
              </a:defRPr>
            </a:lvl5pPr>
            <a:lvl6pPr>
              <a:defRPr sz="1575" b="1">
                <a:solidFill>
                  <a:srgbClr val="174D3A"/>
                </a:solidFill>
              </a:defRPr>
            </a:lvl6pPr>
            <a:lvl7pPr>
              <a:defRPr sz="1575" b="1">
                <a:solidFill>
                  <a:srgbClr val="174D3A"/>
                </a:solidFill>
              </a:defRPr>
            </a:lvl7pPr>
            <a:lvl8pPr>
              <a:defRPr sz="1575" b="1">
                <a:solidFill>
                  <a:srgbClr val="174D3A"/>
                </a:solidFill>
              </a:defRPr>
            </a:lvl8pPr>
            <a:lvl9pPr>
              <a:defRPr sz="15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4D3A"/>
                </a:solidFill>
              </a:defRPr>
            </a:pPr>
            <a:r>
              <a:rPr sz="1575" b="1">
                <a:solidFill>
                  <a:srgbClr val="174D3A"/>
                </a:solidFill>
              </a:rPr>
              <a:t>03  SAVE — Report stored locally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A7287-A16A-4DB7-8ABE-1063B631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4D3A"/>
                </a:solidFill>
              </a:defRPr>
            </a:defPPr>
            <a:lvl1pPr>
              <a:defRPr sz="1575" b="1">
                <a:solidFill>
                  <a:srgbClr val="174D3A"/>
                </a:solidFill>
              </a:defRPr>
            </a:lvl1pPr>
            <a:lvl2pPr>
              <a:defRPr sz="1575" b="1">
                <a:solidFill>
                  <a:srgbClr val="174D3A"/>
                </a:solidFill>
              </a:defRPr>
            </a:lvl2pPr>
            <a:lvl3pPr>
              <a:defRPr sz="1575" b="1">
                <a:solidFill>
                  <a:srgbClr val="174D3A"/>
                </a:solidFill>
              </a:defRPr>
            </a:lvl3pPr>
            <a:lvl4pPr>
              <a:defRPr sz="1575" b="1">
                <a:solidFill>
                  <a:srgbClr val="174D3A"/>
                </a:solidFill>
              </a:defRPr>
            </a:lvl4pPr>
            <a:lvl5pPr>
              <a:defRPr sz="1575" b="1">
                <a:solidFill>
                  <a:srgbClr val="174D3A"/>
                </a:solidFill>
              </a:defRPr>
            </a:lvl5pPr>
            <a:lvl6pPr>
              <a:defRPr sz="1575" b="1">
                <a:solidFill>
                  <a:srgbClr val="174D3A"/>
                </a:solidFill>
              </a:defRPr>
            </a:lvl6pPr>
            <a:lvl7pPr>
              <a:defRPr sz="1575" b="1">
                <a:solidFill>
                  <a:srgbClr val="174D3A"/>
                </a:solidFill>
              </a:defRPr>
            </a:lvl7pPr>
            <a:lvl8pPr>
              <a:defRPr sz="1575" b="1">
                <a:solidFill>
                  <a:srgbClr val="174D3A"/>
                </a:solidFill>
              </a:defRPr>
            </a:lvl8pPr>
            <a:lvl9pPr>
              <a:defRPr sz="15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4D3A"/>
                </a:solidFill>
              </a:defRPr>
            </a:pPr>
            <a:r>
              <a:rPr sz="1575" b="1">
                <a:solidFill>
                  <a:srgbClr val="174D3A"/>
                </a:solidFill>
              </a:rPr>
              <a:t>04  REVIEW — Officer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E7838-20E6-4D7D-8100-350AFA99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The phone can screen offline; report sync needs a reachable backend.</a:t>
            </a:r>
          </a:p>
        </p:txBody>
      </p:sp>
    </p:spTree>
    <p:extLst>
      <p:ext uri="{BB962C8B-B14F-4D97-AF65-F5344CB8AC3E}">
        <p14:creationId xmlns:p14="http://schemas.microsoft.com/office/powerpoint/2010/main" val="16442519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CF9B0-FBD2-42E5-BDDA-97B98C7D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4D3A"/>
                </a:solidFill>
              </a:defRPr>
            </a:defPPr>
            <a:lvl1pPr>
              <a:defRPr sz="1125" b="1">
                <a:solidFill>
                  <a:srgbClr val="174D3A"/>
                </a:solidFill>
              </a:defRPr>
            </a:lvl1pPr>
            <a:lvl2pPr>
              <a:defRPr sz="1125" b="1">
                <a:solidFill>
                  <a:srgbClr val="174D3A"/>
                </a:solidFill>
              </a:defRPr>
            </a:lvl2pPr>
            <a:lvl3pPr>
              <a:defRPr sz="1125" b="1">
                <a:solidFill>
                  <a:srgbClr val="174D3A"/>
                </a:solidFill>
              </a:defRPr>
            </a:lvl3pPr>
            <a:lvl4pPr>
              <a:defRPr sz="1125" b="1">
                <a:solidFill>
                  <a:srgbClr val="174D3A"/>
                </a:solidFill>
              </a:defRPr>
            </a:lvl4pPr>
            <a:lvl5pPr>
              <a:defRPr sz="1125" b="1">
                <a:solidFill>
                  <a:srgbClr val="174D3A"/>
                </a:solidFill>
              </a:defRPr>
            </a:lvl5pPr>
            <a:lvl6pPr>
              <a:defRPr sz="1125" b="1">
                <a:solidFill>
                  <a:srgbClr val="174D3A"/>
                </a:solidFill>
              </a:defRPr>
            </a:lvl6pPr>
            <a:lvl7pPr>
              <a:defRPr sz="1125" b="1">
                <a:solidFill>
                  <a:srgbClr val="174D3A"/>
                </a:solidFill>
              </a:defRPr>
            </a:lvl7pPr>
            <a:lvl8pPr>
              <a:defRPr sz="1125" b="1">
                <a:solidFill>
                  <a:srgbClr val="174D3A"/>
                </a:solidFill>
              </a:defRPr>
            </a:lvl8pPr>
            <a:lvl9pPr>
              <a:defRPr sz="112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4D3A"/>
                </a:solidFill>
              </a:defRPr>
            </a:pPr>
            <a:r>
              <a:rPr sz="1125" b="1">
                <a:solidFill>
                  <a:srgbClr val="174D3A"/>
                </a:solidFill>
              </a:rPr>
              <a:t>YOESAR •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19207-806D-4D83-A5A1-5A48DBA6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E2A24"/>
                </a:solidFill>
              </a:defRPr>
            </a:defPPr>
            <a:lvl1pPr>
              <a:defRPr sz="2700" b="1">
                <a:solidFill>
                  <a:srgbClr val="1E2A24"/>
                </a:solidFill>
              </a:defRPr>
            </a:lvl1pPr>
            <a:lvl2pPr>
              <a:defRPr sz="2700" b="1">
                <a:solidFill>
                  <a:srgbClr val="1E2A24"/>
                </a:solidFill>
              </a:defRPr>
            </a:lvl2pPr>
            <a:lvl3pPr>
              <a:defRPr sz="2700" b="1">
                <a:solidFill>
                  <a:srgbClr val="1E2A24"/>
                </a:solidFill>
              </a:defRPr>
            </a:lvl3pPr>
            <a:lvl4pPr>
              <a:defRPr sz="2700" b="1">
                <a:solidFill>
                  <a:srgbClr val="1E2A24"/>
                </a:solidFill>
              </a:defRPr>
            </a:lvl4pPr>
            <a:lvl5pPr>
              <a:defRPr sz="2700" b="1">
                <a:solidFill>
                  <a:srgbClr val="1E2A24"/>
                </a:solidFill>
              </a:defRPr>
            </a:lvl5pPr>
            <a:lvl6pPr>
              <a:defRPr sz="2700" b="1">
                <a:solidFill>
                  <a:srgbClr val="1E2A24"/>
                </a:solidFill>
              </a:defRPr>
            </a:lvl6pPr>
            <a:lvl7pPr>
              <a:defRPr sz="2700" b="1">
                <a:solidFill>
                  <a:srgbClr val="1E2A24"/>
                </a:solidFill>
              </a:defRPr>
            </a:lvl7pPr>
            <a:lvl8pPr>
              <a:defRPr sz="2700" b="1">
                <a:solidFill>
                  <a:srgbClr val="1E2A24"/>
                </a:solidFill>
              </a:defRPr>
            </a:lvl8pPr>
            <a:lvl9pPr>
              <a:defRPr sz="2700" b="1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E2A24"/>
                </a:solidFill>
              </a:defRPr>
            </a:pPr>
            <a:r>
              <a:rPr sz="2700" b="1">
                <a:solidFill>
                  <a:srgbClr val="1E2A24"/>
                </a:solidFill>
              </a:rPr>
              <a:t>Why YOLO26 for this prototype?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7DBF9-58A0-4A1A-BD06-37BA590C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A60F9-5BD1-4381-8C6C-1809C264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4D3A"/>
                </a:solidFill>
              </a:defRPr>
            </a:defPPr>
            <a:lvl1pPr>
              <a:defRPr sz="1875" b="1">
                <a:solidFill>
                  <a:srgbClr val="174D3A"/>
                </a:solidFill>
              </a:defRPr>
            </a:lvl1pPr>
            <a:lvl2pPr>
              <a:defRPr sz="1875" b="1">
                <a:solidFill>
                  <a:srgbClr val="174D3A"/>
                </a:solidFill>
              </a:defRPr>
            </a:lvl2pPr>
            <a:lvl3pPr>
              <a:defRPr sz="1875" b="1">
                <a:solidFill>
                  <a:srgbClr val="174D3A"/>
                </a:solidFill>
              </a:defRPr>
            </a:lvl3pPr>
            <a:lvl4pPr>
              <a:defRPr sz="1875" b="1">
                <a:solidFill>
                  <a:srgbClr val="174D3A"/>
                </a:solidFill>
              </a:defRPr>
            </a:lvl4pPr>
            <a:lvl5pPr>
              <a:defRPr sz="1875" b="1">
                <a:solidFill>
                  <a:srgbClr val="174D3A"/>
                </a:solidFill>
              </a:defRPr>
            </a:lvl5pPr>
            <a:lvl6pPr>
              <a:defRPr sz="1875" b="1">
                <a:solidFill>
                  <a:srgbClr val="174D3A"/>
                </a:solidFill>
              </a:defRPr>
            </a:lvl6pPr>
            <a:lvl7pPr>
              <a:defRPr sz="1875" b="1">
                <a:solidFill>
                  <a:srgbClr val="174D3A"/>
                </a:solidFill>
              </a:defRPr>
            </a:lvl7pPr>
            <a:lvl8pPr>
              <a:defRPr sz="1875" b="1">
                <a:solidFill>
                  <a:srgbClr val="174D3A"/>
                </a:solidFill>
              </a:defRPr>
            </a:lvl8pPr>
            <a:lvl9pPr>
              <a:defRPr sz="18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4D3A"/>
                </a:solidFill>
              </a:defRPr>
            </a:pPr>
            <a:r>
              <a:rPr sz="1875" b="1">
                <a:solidFill>
                  <a:srgbClr val="174D3A"/>
                </a:solidFill>
              </a:rPr>
              <a:t>The task needs to find symptom regions in an image, not only assign one label to the whole photo.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FEF87-72C4-458D-B297-24D5B7EC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LOCALIZATION — Object detection returns boxes that point to image regions.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26446-F223-4389-A6AE-308DCD5E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MOBILE PATH — The trained detector was exported to TFLite and integrated in the app.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6E4F0-6D55-4CD2-A0ED-AAAA59DE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PROTOTYPE FIT — One compact detector supports a visible, testable phone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8C94B-A7F8-4E96-B2A2-B2AE3000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Choice reflects prototype needs—not a claim that YOLO26 outperforms alternatives.</a:t>
            </a:r>
          </a:p>
        </p:txBody>
      </p:sp>
    </p:spTree>
    <p:extLst>
      <p:ext uri="{BB962C8B-B14F-4D97-AF65-F5344CB8AC3E}">
        <p14:creationId xmlns:p14="http://schemas.microsoft.com/office/powerpoint/2010/main" val="6263788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7316A-8C79-40F4-BA0D-BAC6249C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4D3A"/>
                </a:solidFill>
              </a:defRPr>
            </a:defPPr>
            <a:lvl1pPr>
              <a:defRPr sz="1125" b="1">
                <a:solidFill>
                  <a:srgbClr val="174D3A"/>
                </a:solidFill>
              </a:defRPr>
            </a:lvl1pPr>
            <a:lvl2pPr>
              <a:defRPr sz="1125" b="1">
                <a:solidFill>
                  <a:srgbClr val="174D3A"/>
                </a:solidFill>
              </a:defRPr>
            </a:lvl2pPr>
            <a:lvl3pPr>
              <a:defRPr sz="1125" b="1">
                <a:solidFill>
                  <a:srgbClr val="174D3A"/>
                </a:solidFill>
              </a:defRPr>
            </a:lvl3pPr>
            <a:lvl4pPr>
              <a:defRPr sz="1125" b="1">
                <a:solidFill>
                  <a:srgbClr val="174D3A"/>
                </a:solidFill>
              </a:defRPr>
            </a:lvl4pPr>
            <a:lvl5pPr>
              <a:defRPr sz="1125" b="1">
                <a:solidFill>
                  <a:srgbClr val="174D3A"/>
                </a:solidFill>
              </a:defRPr>
            </a:lvl5pPr>
            <a:lvl6pPr>
              <a:defRPr sz="1125" b="1">
                <a:solidFill>
                  <a:srgbClr val="174D3A"/>
                </a:solidFill>
              </a:defRPr>
            </a:lvl6pPr>
            <a:lvl7pPr>
              <a:defRPr sz="1125" b="1">
                <a:solidFill>
                  <a:srgbClr val="174D3A"/>
                </a:solidFill>
              </a:defRPr>
            </a:lvl7pPr>
            <a:lvl8pPr>
              <a:defRPr sz="1125" b="1">
                <a:solidFill>
                  <a:srgbClr val="174D3A"/>
                </a:solidFill>
              </a:defRPr>
            </a:lvl8pPr>
            <a:lvl9pPr>
              <a:defRPr sz="112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4D3A"/>
                </a:solidFill>
              </a:defRPr>
            </a:pPr>
            <a:r>
              <a:rPr sz="1125" b="1">
                <a:solidFill>
                  <a:srgbClr val="174D3A"/>
                </a:solidFill>
              </a:rPr>
              <a:t>YOESAR •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37BCE-1F73-4769-9C0E-793F96FE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E2A24"/>
                </a:solidFill>
              </a:defRPr>
            </a:defPPr>
            <a:lvl1pPr>
              <a:defRPr sz="2700" b="1">
                <a:solidFill>
                  <a:srgbClr val="1E2A24"/>
                </a:solidFill>
              </a:defRPr>
            </a:lvl1pPr>
            <a:lvl2pPr>
              <a:defRPr sz="2700" b="1">
                <a:solidFill>
                  <a:srgbClr val="1E2A24"/>
                </a:solidFill>
              </a:defRPr>
            </a:lvl2pPr>
            <a:lvl3pPr>
              <a:defRPr sz="2700" b="1">
                <a:solidFill>
                  <a:srgbClr val="1E2A24"/>
                </a:solidFill>
              </a:defRPr>
            </a:lvl3pPr>
            <a:lvl4pPr>
              <a:defRPr sz="2700" b="1">
                <a:solidFill>
                  <a:srgbClr val="1E2A24"/>
                </a:solidFill>
              </a:defRPr>
            </a:lvl4pPr>
            <a:lvl5pPr>
              <a:defRPr sz="2700" b="1">
                <a:solidFill>
                  <a:srgbClr val="1E2A24"/>
                </a:solidFill>
              </a:defRPr>
            </a:lvl5pPr>
            <a:lvl6pPr>
              <a:defRPr sz="2700" b="1">
                <a:solidFill>
                  <a:srgbClr val="1E2A24"/>
                </a:solidFill>
              </a:defRPr>
            </a:lvl6pPr>
            <a:lvl7pPr>
              <a:defRPr sz="2700" b="1">
                <a:solidFill>
                  <a:srgbClr val="1E2A24"/>
                </a:solidFill>
              </a:defRPr>
            </a:lvl7pPr>
            <a:lvl8pPr>
              <a:defRPr sz="2700" b="1">
                <a:solidFill>
                  <a:srgbClr val="1E2A24"/>
                </a:solidFill>
              </a:defRPr>
            </a:lvl8pPr>
            <a:lvl9pPr>
              <a:defRPr sz="2700" b="1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E2A24"/>
                </a:solidFill>
              </a:defRPr>
            </a:pPr>
            <a:r>
              <a:rPr sz="2700" b="1">
                <a:solidFill>
                  <a:srgbClr val="1E2A24"/>
                </a:solidFill>
              </a:rPr>
              <a:t>Dataset and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AA138-BE7E-45E7-B82F-5B1E9B83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B486A-11D7-490C-8F8A-6499DD68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4D3A"/>
                </a:solidFill>
              </a:defRPr>
            </a:defPPr>
            <a:lvl1pPr>
              <a:defRPr sz="1875" b="1">
                <a:solidFill>
                  <a:srgbClr val="174D3A"/>
                </a:solidFill>
              </a:defRPr>
            </a:lvl1pPr>
            <a:lvl2pPr>
              <a:defRPr sz="1875" b="1">
                <a:solidFill>
                  <a:srgbClr val="174D3A"/>
                </a:solidFill>
              </a:defRPr>
            </a:lvl2pPr>
            <a:lvl3pPr>
              <a:defRPr sz="1875" b="1">
                <a:solidFill>
                  <a:srgbClr val="174D3A"/>
                </a:solidFill>
              </a:defRPr>
            </a:lvl3pPr>
            <a:lvl4pPr>
              <a:defRPr sz="1875" b="1">
                <a:solidFill>
                  <a:srgbClr val="174D3A"/>
                </a:solidFill>
              </a:defRPr>
            </a:lvl4pPr>
            <a:lvl5pPr>
              <a:defRPr sz="1875" b="1">
                <a:solidFill>
                  <a:srgbClr val="174D3A"/>
                </a:solidFill>
              </a:defRPr>
            </a:lvl5pPr>
            <a:lvl6pPr>
              <a:defRPr sz="1875" b="1">
                <a:solidFill>
                  <a:srgbClr val="174D3A"/>
                </a:solidFill>
              </a:defRPr>
            </a:lvl6pPr>
            <a:lvl7pPr>
              <a:defRPr sz="1875" b="1">
                <a:solidFill>
                  <a:srgbClr val="174D3A"/>
                </a:solidFill>
              </a:defRPr>
            </a:lvl7pPr>
            <a:lvl8pPr>
              <a:defRPr sz="1875" b="1">
                <a:solidFill>
                  <a:srgbClr val="174D3A"/>
                </a:solidFill>
              </a:defRPr>
            </a:lvl8pPr>
            <a:lvl9pPr>
              <a:defRPr sz="18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4D3A"/>
                </a:solidFill>
              </a:defRPr>
            </a:pPr>
            <a:r>
              <a:rPr sz="1875" b="1">
                <a:solidFill>
                  <a:srgbClr val="174D3A"/>
                </a:solidFill>
              </a:rPr>
              <a:t>Show where the training examples came from and how they were made usable.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82A72-4F99-4AD3-B553-0EE97E5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SOURCE — [dataset / field collection / citation]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BA821-D0A7-4AB3-A58A-5AB4BDF9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LABELS — [class names and box-labeling method]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F60E8-C5D9-473C-BD14-8667DCC5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SPLIT — [train / validation / test counts or percentages]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39BF5-BE1D-4D94-A7CA-CCECDA52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PREP — [image resizing, quality checks, augmentation]</a:t>
            </a:r>
          </a:p>
        </p:txBody>
      </p:sp>
    </p:spTree>
    <p:extLst>
      <p:ext uri="{BB962C8B-B14F-4D97-AF65-F5344CB8AC3E}">
        <p14:creationId xmlns:p14="http://schemas.microsoft.com/office/powerpoint/2010/main" val="17953938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32325-10D4-4BFA-8AE8-2EB1487B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4D3A"/>
                </a:solidFill>
              </a:defRPr>
            </a:defPPr>
            <a:lvl1pPr>
              <a:defRPr sz="1125" b="1">
                <a:solidFill>
                  <a:srgbClr val="174D3A"/>
                </a:solidFill>
              </a:defRPr>
            </a:lvl1pPr>
            <a:lvl2pPr>
              <a:defRPr sz="1125" b="1">
                <a:solidFill>
                  <a:srgbClr val="174D3A"/>
                </a:solidFill>
              </a:defRPr>
            </a:lvl2pPr>
            <a:lvl3pPr>
              <a:defRPr sz="1125" b="1">
                <a:solidFill>
                  <a:srgbClr val="174D3A"/>
                </a:solidFill>
              </a:defRPr>
            </a:lvl3pPr>
            <a:lvl4pPr>
              <a:defRPr sz="1125" b="1">
                <a:solidFill>
                  <a:srgbClr val="174D3A"/>
                </a:solidFill>
              </a:defRPr>
            </a:lvl4pPr>
            <a:lvl5pPr>
              <a:defRPr sz="1125" b="1">
                <a:solidFill>
                  <a:srgbClr val="174D3A"/>
                </a:solidFill>
              </a:defRPr>
            </a:lvl5pPr>
            <a:lvl6pPr>
              <a:defRPr sz="1125" b="1">
                <a:solidFill>
                  <a:srgbClr val="174D3A"/>
                </a:solidFill>
              </a:defRPr>
            </a:lvl6pPr>
            <a:lvl7pPr>
              <a:defRPr sz="1125" b="1">
                <a:solidFill>
                  <a:srgbClr val="174D3A"/>
                </a:solidFill>
              </a:defRPr>
            </a:lvl7pPr>
            <a:lvl8pPr>
              <a:defRPr sz="1125" b="1">
                <a:solidFill>
                  <a:srgbClr val="174D3A"/>
                </a:solidFill>
              </a:defRPr>
            </a:lvl8pPr>
            <a:lvl9pPr>
              <a:defRPr sz="112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4D3A"/>
                </a:solidFill>
              </a:defRPr>
            </a:pPr>
            <a:r>
              <a:rPr sz="1125" b="1">
                <a:solidFill>
                  <a:srgbClr val="174D3A"/>
                </a:solidFill>
              </a:rPr>
              <a:t>YOESAR •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89F93-E250-419C-BED0-5BB4A4B2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E2A24"/>
                </a:solidFill>
              </a:defRPr>
            </a:defPPr>
            <a:lvl1pPr>
              <a:defRPr sz="2700" b="1">
                <a:solidFill>
                  <a:srgbClr val="1E2A24"/>
                </a:solidFill>
              </a:defRPr>
            </a:lvl1pPr>
            <a:lvl2pPr>
              <a:defRPr sz="2700" b="1">
                <a:solidFill>
                  <a:srgbClr val="1E2A24"/>
                </a:solidFill>
              </a:defRPr>
            </a:lvl2pPr>
            <a:lvl3pPr>
              <a:defRPr sz="2700" b="1">
                <a:solidFill>
                  <a:srgbClr val="1E2A24"/>
                </a:solidFill>
              </a:defRPr>
            </a:lvl3pPr>
            <a:lvl4pPr>
              <a:defRPr sz="2700" b="1">
                <a:solidFill>
                  <a:srgbClr val="1E2A24"/>
                </a:solidFill>
              </a:defRPr>
            </a:lvl4pPr>
            <a:lvl5pPr>
              <a:defRPr sz="2700" b="1">
                <a:solidFill>
                  <a:srgbClr val="1E2A24"/>
                </a:solidFill>
              </a:defRPr>
            </a:lvl5pPr>
            <a:lvl6pPr>
              <a:defRPr sz="2700" b="1">
                <a:solidFill>
                  <a:srgbClr val="1E2A24"/>
                </a:solidFill>
              </a:defRPr>
            </a:lvl6pPr>
            <a:lvl7pPr>
              <a:defRPr sz="2700" b="1">
                <a:solidFill>
                  <a:srgbClr val="1E2A24"/>
                </a:solidFill>
              </a:defRPr>
            </a:lvl7pPr>
            <a:lvl8pPr>
              <a:defRPr sz="2700" b="1">
                <a:solidFill>
                  <a:srgbClr val="1E2A24"/>
                </a:solidFill>
              </a:defRPr>
            </a:lvl8pPr>
            <a:lvl9pPr>
              <a:defRPr sz="2700" b="1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E2A24"/>
                </a:solidFill>
              </a:defRPr>
            </a:pPr>
            <a:r>
              <a:rPr sz="2700" b="1">
                <a:solidFill>
                  <a:srgbClr val="1E2A24"/>
                </a:solidFill>
              </a:rPr>
              <a:t>Training and model export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D8427-5AD6-4CF4-B0F4-A0383C52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3A40F-3684-4A18-A7C5-17B1C9C7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4D3A"/>
                </a:solidFill>
              </a:defRPr>
            </a:defPPr>
            <a:lvl1pPr>
              <a:defRPr sz="1875" b="1">
                <a:solidFill>
                  <a:srgbClr val="174D3A"/>
                </a:solidFill>
              </a:defRPr>
            </a:lvl1pPr>
            <a:lvl2pPr>
              <a:defRPr sz="1875" b="1">
                <a:solidFill>
                  <a:srgbClr val="174D3A"/>
                </a:solidFill>
              </a:defRPr>
            </a:lvl2pPr>
            <a:lvl3pPr>
              <a:defRPr sz="1875" b="1">
                <a:solidFill>
                  <a:srgbClr val="174D3A"/>
                </a:solidFill>
              </a:defRPr>
            </a:lvl3pPr>
            <a:lvl4pPr>
              <a:defRPr sz="1875" b="1">
                <a:solidFill>
                  <a:srgbClr val="174D3A"/>
                </a:solidFill>
              </a:defRPr>
            </a:lvl4pPr>
            <a:lvl5pPr>
              <a:defRPr sz="1875" b="1">
                <a:solidFill>
                  <a:srgbClr val="174D3A"/>
                </a:solidFill>
              </a:defRPr>
            </a:lvl5pPr>
            <a:lvl6pPr>
              <a:defRPr sz="1875" b="1">
                <a:solidFill>
                  <a:srgbClr val="174D3A"/>
                </a:solidFill>
              </a:defRPr>
            </a:lvl6pPr>
            <a:lvl7pPr>
              <a:defRPr sz="1875" b="1">
                <a:solidFill>
                  <a:srgbClr val="174D3A"/>
                </a:solidFill>
              </a:defRPr>
            </a:lvl7pPr>
            <a:lvl8pPr>
              <a:defRPr sz="1875" b="1">
                <a:solidFill>
                  <a:srgbClr val="174D3A"/>
                </a:solidFill>
              </a:defRPr>
            </a:lvl8pPr>
            <a:lvl9pPr>
              <a:defRPr sz="18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4D3A"/>
                </a:solidFill>
              </a:defRPr>
            </a:pPr>
            <a:r>
              <a:rPr sz="1875" b="1">
                <a:solidFill>
                  <a:srgbClr val="174D3A"/>
                </a:solidFill>
              </a:rPr>
              <a:t>DATA — Images + labeled boxes  →  TRAIN — YOLO26s run  →  CHECK — validation/error review  →  EXPORT — best model to TFLite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ECD24-7876-453A-BC20-60BFE1CF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Training environment: [framework / version / hardware]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5AB7D-5FB0-4E78-9437-94E8B2C0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Key settings: [epochs]   [image size]   [batch size]   [confidence / augmentation]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7A4AA-55C9-4639-9F64-C07A1FDB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Bundled artifact: best.tflite • input 640 × 640 • class: “diseased”</a:t>
            </a:r>
          </a:p>
        </p:txBody>
      </p:sp>
    </p:spTree>
    <p:extLst>
      <p:ext uri="{BB962C8B-B14F-4D97-AF65-F5344CB8AC3E}">
        <p14:creationId xmlns:p14="http://schemas.microsoft.com/office/powerpoint/2010/main" val="15812372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F99B7-BE76-417D-9774-26007A5C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4D3A"/>
                </a:solidFill>
              </a:defRPr>
            </a:defPPr>
            <a:lvl1pPr>
              <a:defRPr sz="1125" b="1">
                <a:solidFill>
                  <a:srgbClr val="174D3A"/>
                </a:solidFill>
              </a:defRPr>
            </a:lvl1pPr>
            <a:lvl2pPr>
              <a:defRPr sz="1125" b="1">
                <a:solidFill>
                  <a:srgbClr val="174D3A"/>
                </a:solidFill>
              </a:defRPr>
            </a:lvl2pPr>
            <a:lvl3pPr>
              <a:defRPr sz="1125" b="1">
                <a:solidFill>
                  <a:srgbClr val="174D3A"/>
                </a:solidFill>
              </a:defRPr>
            </a:lvl3pPr>
            <a:lvl4pPr>
              <a:defRPr sz="1125" b="1">
                <a:solidFill>
                  <a:srgbClr val="174D3A"/>
                </a:solidFill>
              </a:defRPr>
            </a:lvl4pPr>
            <a:lvl5pPr>
              <a:defRPr sz="1125" b="1">
                <a:solidFill>
                  <a:srgbClr val="174D3A"/>
                </a:solidFill>
              </a:defRPr>
            </a:lvl5pPr>
            <a:lvl6pPr>
              <a:defRPr sz="1125" b="1">
                <a:solidFill>
                  <a:srgbClr val="174D3A"/>
                </a:solidFill>
              </a:defRPr>
            </a:lvl6pPr>
            <a:lvl7pPr>
              <a:defRPr sz="1125" b="1">
                <a:solidFill>
                  <a:srgbClr val="174D3A"/>
                </a:solidFill>
              </a:defRPr>
            </a:lvl7pPr>
            <a:lvl8pPr>
              <a:defRPr sz="1125" b="1">
                <a:solidFill>
                  <a:srgbClr val="174D3A"/>
                </a:solidFill>
              </a:defRPr>
            </a:lvl8pPr>
            <a:lvl9pPr>
              <a:defRPr sz="112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4D3A"/>
                </a:solidFill>
              </a:defRPr>
            </a:pPr>
            <a:r>
              <a:rPr sz="1125" b="1">
                <a:solidFill>
                  <a:srgbClr val="174D3A"/>
                </a:solidFill>
              </a:rPr>
              <a:t>YOESAR •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1BCFA-69BF-4364-9D71-299535D8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E2A24"/>
                </a:solidFill>
              </a:defRPr>
            </a:defPPr>
            <a:lvl1pPr>
              <a:defRPr sz="2700" b="1">
                <a:solidFill>
                  <a:srgbClr val="1E2A24"/>
                </a:solidFill>
              </a:defRPr>
            </a:lvl1pPr>
            <a:lvl2pPr>
              <a:defRPr sz="2700" b="1">
                <a:solidFill>
                  <a:srgbClr val="1E2A24"/>
                </a:solidFill>
              </a:defRPr>
            </a:lvl2pPr>
            <a:lvl3pPr>
              <a:defRPr sz="2700" b="1">
                <a:solidFill>
                  <a:srgbClr val="1E2A24"/>
                </a:solidFill>
              </a:defRPr>
            </a:lvl3pPr>
            <a:lvl4pPr>
              <a:defRPr sz="2700" b="1">
                <a:solidFill>
                  <a:srgbClr val="1E2A24"/>
                </a:solidFill>
              </a:defRPr>
            </a:lvl4pPr>
            <a:lvl5pPr>
              <a:defRPr sz="2700" b="1">
                <a:solidFill>
                  <a:srgbClr val="1E2A24"/>
                </a:solidFill>
              </a:defRPr>
            </a:lvl5pPr>
            <a:lvl6pPr>
              <a:defRPr sz="2700" b="1">
                <a:solidFill>
                  <a:srgbClr val="1E2A24"/>
                </a:solidFill>
              </a:defRPr>
            </a:lvl6pPr>
            <a:lvl7pPr>
              <a:defRPr sz="2700" b="1">
                <a:solidFill>
                  <a:srgbClr val="1E2A24"/>
                </a:solidFill>
              </a:defRPr>
            </a:lvl7pPr>
            <a:lvl8pPr>
              <a:defRPr sz="2700" b="1">
                <a:solidFill>
                  <a:srgbClr val="1E2A24"/>
                </a:solidFill>
              </a:defRPr>
            </a:lvl8pPr>
            <a:lvl9pPr>
              <a:defRPr sz="2700" b="1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E2A24"/>
                </a:solidFill>
              </a:defRPr>
            </a:pPr>
            <a:r>
              <a:rPr sz="2700" b="1">
                <a:solidFill>
                  <a:srgbClr val="1E2A24"/>
                </a:solidFill>
              </a:rPr>
              <a:t>Evaluation: show evidence, then examples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C7FC4-E42F-468F-9594-234977BB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5F5C5-F2C2-4260-8D2D-2BB8E629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4D3A"/>
                </a:solidFill>
              </a:defRPr>
            </a:defPPr>
            <a:lvl1pPr>
              <a:defRPr sz="1875" b="1">
                <a:solidFill>
                  <a:srgbClr val="174D3A"/>
                </a:solidFill>
              </a:defRPr>
            </a:lvl1pPr>
            <a:lvl2pPr>
              <a:defRPr sz="1875" b="1">
                <a:solidFill>
                  <a:srgbClr val="174D3A"/>
                </a:solidFill>
              </a:defRPr>
            </a:lvl2pPr>
            <a:lvl3pPr>
              <a:defRPr sz="1875" b="1">
                <a:solidFill>
                  <a:srgbClr val="174D3A"/>
                </a:solidFill>
              </a:defRPr>
            </a:lvl3pPr>
            <a:lvl4pPr>
              <a:defRPr sz="1875" b="1">
                <a:solidFill>
                  <a:srgbClr val="174D3A"/>
                </a:solidFill>
              </a:defRPr>
            </a:lvl4pPr>
            <a:lvl5pPr>
              <a:defRPr sz="1875" b="1">
                <a:solidFill>
                  <a:srgbClr val="174D3A"/>
                </a:solidFill>
              </a:defRPr>
            </a:lvl5pPr>
            <a:lvl6pPr>
              <a:defRPr sz="1875" b="1">
                <a:solidFill>
                  <a:srgbClr val="174D3A"/>
                </a:solidFill>
              </a:defRPr>
            </a:lvl6pPr>
            <a:lvl7pPr>
              <a:defRPr sz="1875" b="1">
                <a:solidFill>
                  <a:srgbClr val="174D3A"/>
                </a:solidFill>
              </a:defRPr>
            </a:lvl7pPr>
            <a:lvl8pPr>
              <a:defRPr sz="1875" b="1">
                <a:solidFill>
                  <a:srgbClr val="174D3A"/>
                </a:solidFill>
              </a:defRPr>
            </a:lvl8pPr>
            <a:lvl9pPr>
              <a:defRPr sz="18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4D3A"/>
                </a:solidFill>
              </a:defRPr>
            </a:pPr>
            <a:r>
              <a:rPr sz="1875" b="1">
                <a:solidFill>
                  <a:srgbClr val="174D3A"/>
                </a:solidFill>
              </a:rPr>
              <a:t>Report held-out performance and what the model misses.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0E723-C5CB-4292-AD2F-40052A3F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mAP@0.5: [add value]     Precision: [add value]     Recall: [add value]     Test set: [images / split]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E932A-7418-4258-BF08-37FCC7D6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TRUE POSITIVE: [insert correct detection image]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5B8CA-48BA-4236-A30A-0269E666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MISS / FALSE POSITIVE: [insert failure example and explain it]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0EE05-09D5-44CA-B9CC-C9016135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Current app output is one class: “diseased”; it does not identify disease types.</a:t>
            </a:r>
          </a:p>
        </p:txBody>
      </p:sp>
    </p:spTree>
    <p:extLst>
      <p:ext uri="{BB962C8B-B14F-4D97-AF65-F5344CB8AC3E}">
        <p14:creationId xmlns:p14="http://schemas.microsoft.com/office/powerpoint/2010/main" val="20828632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CA347-2C99-401F-94B2-7E2B4E7E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4D3A"/>
                </a:solidFill>
              </a:defRPr>
            </a:defPPr>
            <a:lvl1pPr>
              <a:defRPr sz="1125" b="1">
                <a:solidFill>
                  <a:srgbClr val="174D3A"/>
                </a:solidFill>
              </a:defRPr>
            </a:lvl1pPr>
            <a:lvl2pPr>
              <a:defRPr sz="1125" b="1">
                <a:solidFill>
                  <a:srgbClr val="174D3A"/>
                </a:solidFill>
              </a:defRPr>
            </a:lvl2pPr>
            <a:lvl3pPr>
              <a:defRPr sz="1125" b="1">
                <a:solidFill>
                  <a:srgbClr val="174D3A"/>
                </a:solidFill>
              </a:defRPr>
            </a:lvl3pPr>
            <a:lvl4pPr>
              <a:defRPr sz="1125" b="1">
                <a:solidFill>
                  <a:srgbClr val="174D3A"/>
                </a:solidFill>
              </a:defRPr>
            </a:lvl4pPr>
            <a:lvl5pPr>
              <a:defRPr sz="1125" b="1">
                <a:solidFill>
                  <a:srgbClr val="174D3A"/>
                </a:solidFill>
              </a:defRPr>
            </a:lvl5pPr>
            <a:lvl6pPr>
              <a:defRPr sz="1125" b="1">
                <a:solidFill>
                  <a:srgbClr val="174D3A"/>
                </a:solidFill>
              </a:defRPr>
            </a:lvl6pPr>
            <a:lvl7pPr>
              <a:defRPr sz="1125" b="1">
                <a:solidFill>
                  <a:srgbClr val="174D3A"/>
                </a:solidFill>
              </a:defRPr>
            </a:lvl7pPr>
            <a:lvl8pPr>
              <a:defRPr sz="1125" b="1">
                <a:solidFill>
                  <a:srgbClr val="174D3A"/>
                </a:solidFill>
              </a:defRPr>
            </a:lvl8pPr>
            <a:lvl9pPr>
              <a:defRPr sz="112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4D3A"/>
                </a:solidFill>
              </a:defRPr>
            </a:pPr>
            <a:r>
              <a:rPr sz="1125" b="1">
                <a:solidFill>
                  <a:srgbClr val="174D3A"/>
                </a:solidFill>
              </a:rPr>
              <a:t>YOESAR •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E21E5-08CA-4C7C-A905-F7FA6466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E2A24"/>
                </a:solidFill>
              </a:defRPr>
            </a:defPPr>
            <a:lvl1pPr>
              <a:defRPr sz="2700" b="1">
                <a:solidFill>
                  <a:srgbClr val="1E2A24"/>
                </a:solidFill>
              </a:defRPr>
            </a:lvl1pPr>
            <a:lvl2pPr>
              <a:defRPr sz="2700" b="1">
                <a:solidFill>
                  <a:srgbClr val="1E2A24"/>
                </a:solidFill>
              </a:defRPr>
            </a:lvl2pPr>
            <a:lvl3pPr>
              <a:defRPr sz="2700" b="1">
                <a:solidFill>
                  <a:srgbClr val="1E2A24"/>
                </a:solidFill>
              </a:defRPr>
            </a:lvl3pPr>
            <a:lvl4pPr>
              <a:defRPr sz="2700" b="1">
                <a:solidFill>
                  <a:srgbClr val="1E2A24"/>
                </a:solidFill>
              </a:defRPr>
            </a:lvl4pPr>
            <a:lvl5pPr>
              <a:defRPr sz="2700" b="1">
                <a:solidFill>
                  <a:srgbClr val="1E2A24"/>
                </a:solidFill>
              </a:defRPr>
            </a:lvl5pPr>
            <a:lvl6pPr>
              <a:defRPr sz="2700" b="1">
                <a:solidFill>
                  <a:srgbClr val="1E2A24"/>
                </a:solidFill>
              </a:defRPr>
            </a:lvl6pPr>
            <a:lvl7pPr>
              <a:defRPr sz="2700" b="1">
                <a:solidFill>
                  <a:srgbClr val="1E2A24"/>
                </a:solidFill>
              </a:defRPr>
            </a:lvl7pPr>
            <a:lvl8pPr>
              <a:defRPr sz="2700" b="1">
                <a:solidFill>
                  <a:srgbClr val="1E2A24"/>
                </a:solidFill>
              </a:defRPr>
            </a:lvl8pPr>
            <a:lvl9pPr>
              <a:defRPr sz="2700" b="1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E2A24"/>
                </a:solidFill>
              </a:defRPr>
            </a:pPr>
            <a:r>
              <a:rPr sz="2700" b="1">
                <a:solidFill>
                  <a:srgbClr val="1E2A24"/>
                </a:solidFill>
              </a:rPr>
              <a:t>Farmer app: on-device screening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05719-27A7-49E6-866B-3B25A0D8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04805-46C1-4A47-AE2D-C93BC5D7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4D3A"/>
                </a:solidFill>
              </a:defRPr>
            </a:defPPr>
            <a:lvl1pPr>
              <a:defRPr sz="1875" b="1">
                <a:solidFill>
                  <a:srgbClr val="174D3A"/>
                </a:solidFill>
              </a:defRPr>
            </a:lvl1pPr>
            <a:lvl2pPr>
              <a:defRPr sz="1875" b="1">
                <a:solidFill>
                  <a:srgbClr val="174D3A"/>
                </a:solidFill>
              </a:defRPr>
            </a:lvl2pPr>
            <a:lvl3pPr>
              <a:defRPr sz="1875" b="1">
                <a:solidFill>
                  <a:srgbClr val="174D3A"/>
                </a:solidFill>
              </a:defRPr>
            </a:lvl3pPr>
            <a:lvl4pPr>
              <a:defRPr sz="1875" b="1">
                <a:solidFill>
                  <a:srgbClr val="174D3A"/>
                </a:solidFill>
              </a:defRPr>
            </a:lvl4pPr>
            <a:lvl5pPr>
              <a:defRPr sz="1875" b="1">
                <a:solidFill>
                  <a:srgbClr val="174D3A"/>
                </a:solidFill>
              </a:defRPr>
            </a:lvl5pPr>
            <a:lvl6pPr>
              <a:defRPr sz="1875" b="1">
                <a:solidFill>
                  <a:srgbClr val="174D3A"/>
                </a:solidFill>
              </a:defRPr>
            </a:lvl6pPr>
            <a:lvl7pPr>
              <a:defRPr sz="1875" b="1">
                <a:solidFill>
                  <a:srgbClr val="174D3A"/>
                </a:solidFill>
              </a:defRPr>
            </a:lvl7pPr>
            <a:lvl8pPr>
              <a:defRPr sz="1875" b="1">
                <a:solidFill>
                  <a:srgbClr val="174D3A"/>
                </a:solidFill>
              </a:defRPr>
            </a:lvl8pPr>
            <a:lvl9pPr>
              <a:defRPr sz="18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4D3A"/>
                </a:solidFill>
              </a:defRPr>
            </a:pPr>
            <a:r>
              <a:rPr sz="1875" b="1">
                <a:solidFill>
                  <a:srgbClr val="174D3A"/>
                </a:solidFill>
              </a:rPr>
              <a:t>LIVE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0937F-2583-40B9-8952-AF88A843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1  Choose a crop and take or select a leaf photo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02090-71A2-4768-B5FF-F1E6E05C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2  Show transparent boxes and “diseased” labels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A5C7C-236A-4A4D-A6DD-630B58EB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3  Save the report and open report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82A5E-F4FA-4BC9-B1A1-B1C13B4D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Screening result ≠ confirmed diagnosis</a:t>
            </a:r>
          </a:p>
        </p:txBody>
      </p:sp>
    </p:spTree>
    <p:extLst>
      <p:ext uri="{BB962C8B-B14F-4D97-AF65-F5344CB8AC3E}">
        <p14:creationId xmlns:p14="http://schemas.microsoft.com/office/powerpoint/2010/main" val="14580264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5C03F-AD93-4BD3-872D-F5101B00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4D3A"/>
                </a:solidFill>
              </a:defRPr>
            </a:defPPr>
            <a:lvl1pPr>
              <a:defRPr sz="1125" b="1">
                <a:solidFill>
                  <a:srgbClr val="174D3A"/>
                </a:solidFill>
              </a:defRPr>
            </a:lvl1pPr>
            <a:lvl2pPr>
              <a:defRPr sz="1125" b="1">
                <a:solidFill>
                  <a:srgbClr val="174D3A"/>
                </a:solidFill>
              </a:defRPr>
            </a:lvl2pPr>
            <a:lvl3pPr>
              <a:defRPr sz="1125" b="1">
                <a:solidFill>
                  <a:srgbClr val="174D3A"/>
                </a:solidFill>
              </a:defRPr>
            </a:lvl3pPr>
            <a:lvl4pPr>
              <a:defRPr sz="1125" b="1">
                <a:solidFill>
                  <a:srgbClr val="174D3A"/>
                </a:solidFill>
              </a:defRPr>
            </a:lvl4pPr>
            <a:lvl5pPr>
              <a:defRPr sz="1125" b="1">
                <a:solidFill>
                  <a:srgbClr val="174D3A"/>
                </a:solidFill>
              </a:defRPr>
            </a:lvl5pPr>
            <a:lvl6pPr>
              <a:defRPr sz="1125" b="1">
                <a:solidFill>
                  <a:srgbClr val="174D3A"/>
                </a:solidFill>
              </a:defRPr>
            </a:lvl6pPr>
            <a:lvl7pPr>
              <a:defRPr sz="1125" b="1">
                <a:solidFill>
                  <a:srgbClr val="174D3A"/>
                </a:solidFill>
              </a:defRPr>
            </a:lvl7pPr>
            <a:lvl8pPr>
              <a:defRPr sz="1125" b="1">
                <a:solidFill>
                  <a:srgbClr val="174D3A"/>
                </a:solidFill>
              </a:defRPr>
            </a:lvl8pPr>
            <a:lvl9pPr>
              <a:defRPr sz="112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4D3A"/>
                </a:solidFill>
              </a:defRPr>
            </a:pPr>
            <a:r>
              <a:rPr sz="1125" b="1">
                <a:solidFill>
                  <a:srgbClr val="174D3A"/>
                </a:solidFill>
              </a:rPr>
              <a:t>YOESAR •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66DA0-E8BB-4D7F-AE85-CA215B0D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E2A24"/>
                </a:solidFill>
              </a:defRPr>
            </a:defPPr>
            <a:lvl1pPr>
              <a:defRPr sz="2700" b="1">
                <a:solidFill>
                  <a:srgbClr val="1E2A24"/>
                </a:solidFill>
              </a:defRPr>
            </a:lvl1pPr>
            <a:lvl2pPr>
              <a:defRPr sz="2700" b="1">
                <a:solidFill>
                  <a:srgbClr val="1E2A24"/>
                </a:solidFill>
              </a:defRPr>
            </a:lvl2pPr>
            <a:lvl3pPr>
              <a:defRPr sz="2700" b="1">
                <a:solidFill>
                  <a:srgbClr val="1E2A24"/>
                </a:solidFill>
              </a:defRPr>
            </a:lvl3pPr>
            <a:lvl4pPr>
              <a:defRPr sz="2700" b="1">
                <a:solidFill>
                  <a:srgbClr val="1E2A24"/>
                </a:solidFill>
              </a:defRPr>
            </a:lvl4pPr>
            <a:lvl5pPr>
              <a:defRPr sz="2700" b="1">
                <a:solidFill>
                  <a:srgbClr val="1E2A24"/>
                </a:solidFill>
              </a:defRPr>
            </a:lvl5pPr>
            <a:lvl6pPr>
              <a:defRPr sz="2700" b="1">
                <a:solidFill>
                  <a:srgbClr val="1E2A24"/>
                </a:solidFill>
              </a:defRPr>
            </a:lvl6pPr>
            <a:lvl7pPr>
              <a:defRPr sz="2700" b="1">
                <a:solidFill>
                  <a:srgbClr val="1E2A24"/>
                </a:solidFill>
              </a:defRPr>
            </a:lvl7pPr>
            <a:lvl8pPr>
              <a:defRPr sz="2700" b="1">
                <a:solidFill>
                  <a:srgbClr val="1E2A24"/>
                </a:solidFill>
              </a:defRPr>
            </a:lvl8pPr>
            <a:lvl9pPr>
              <a:defRPr sz="2700" b="1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E2A24"/>
                </a:solidFill>
              </a:defRPr>
            </a:pPr>
            <a:r>
              <a:rPr sz="2700" b="1">
                <a:solidFill>
                  <a:srgbClr val="1E2A24"/>
                </a:solidFill>
              </a:rPr>
              <a:t>Officer dashboard: review a submitted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326BB-8500-4760-9295-301FA709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D89AA-B3FC-4DCD-90E3-F48CB221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4D3A"/>
                </a:solidFill>
              </a:defRPr>
            </a:defPPr>
            <a:lvl1pPr>
              <a:defRPr sz="1875" b="1">
                <a:solidFill>
                  <a:srgbClr val="174D3A"/>
                </a:solidFill>
              </a:defRPr>
            </a:lvl1pPr>
            <a:lvl2pPr>
              <a:defRPr sz="1875" b="1">
                <a:solidFill>
                  <a:srgbClr val="174D3A"/>
                </a:solidFill>
              </a:defRPr>
            </a:lvl2pPr>
            <a:lvl3pPr>
              <a:defRPr sz="1875" b="1">
                <a:solidFill>
                  <a:srgbClr val="174D3A"/>
                </a:solidFill>
              </a:defRPr>
            </a:lvl3pPr>
            <a:lvl4pPr>
              <a:defRPr sz="1875" b="1">
                <a:solidFill>
                  <a:srgbClr val="174D3A"/>
                </a:solidFill>
              </a:defRPr>
            </a:lvl4pPr>
            <a:lvl5pPr>
              <a:defRPr sz="1875" b="1">
                <a:solidFill>
                  <a:srgbClr val="174D3A"/>
                </a:solidFill>
              </a:defRPr>
            </a:lvl5pPr>
            <a:lvl6pPr>
              <a:defRPr sz="1875" b="1">
                <a:solidFill>
                  <a:srgbClr val="174D3A"/>
                </a:solidFill>
              </a:defRPr>
            </a:lvl6pPr>
            <a:lvl7pPr>
              <a:defRPr sz="1875" b="1">
                <a:solidFill>
                  <a:srgbClr val="174D3A"/>
                </a:solidFill>
              </a:defRPr>
            </a:lvl7pPr>
            <a:lvl8pPr>
              <a:defRPr sz="1875" b="1">
                <a:solidFill>
                  <a:srgbClr val="174D3A"/>
                </a:solidFill>
              </a:defRPr>
            </a:lvl8pPr>
            <a:lvl9pPr>
              <a:defRPr sz="18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4D3A"/>
                </a:solidFill>
              </a:defRPr>
            </a:pPr>
            <a:r>
              <a:rPr sz="1875" b="1">
                <a:solidFill>
                  <a:srgbClr val="174D3A"/>
                </a:solidFill>
              </a:rPr>
              <a:t>LIVE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E255F-C404-42CF-AAF7-D05208D0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Open the report queue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99BCD-C8F3-4D80-9144-0778361F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Inspect photo, crop, location, and screening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17581-E1D7-437E-ABF2-7D8020FE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Add review or advice, then show the saved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DDDBA-08DB-4283-BA3E-5A62C6A8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[Place dashboard screenshot here]</a:t>
            </a:r>
          </a:p>
        </p:txBody>
      </p:sp>
    </p:spTree>
    <p:extLst>
      <p:ext uri="{BB962C8B-B14F-4D97-AF65-F5344CB8AC3E}">
        <p14:creationId xmlns:p14="http://schemas.microsoft.com/office/powerpoint/2010/main" val="7563412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F1FEB-AEBB-495A-BAF2-07CE3349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4D3A"/>
                </a:solidFill>
              </a:defRPr>
            </a:defPPr>
            <a:lvl1pPr>
              <a:defRPr sz="1125" b="1">
                <a:solidFill>
                  <a:srgbClr val="174D3A"/>
                </a:solidFill>
              </a:defRPr>
            </a:lvl1pPr>
            <a:lvl2pPr>
              <a:defRPr sz="1125" b="1">
                <a:solidFill>
                  <a:srgbClr val="174D3A"/>
                </a:solidFill>
              </a:defRPr>
            </a:lvl2pPr>
            <a:lvl3pPr>
              <a:defRPr sz="1125" b="1">
                <a:solidFill>
                  <a:srgbClr val="174D3A"/>
                </a:solidFill>
              </a:defRPr>
            </a:lvl3pPr>
            <a:lvl4pPr>
              <a:defRPr sz="1125" b="1">
                <a:solidFill>
                  <a:srgbClr val="174D3A"/>
                </a:solidFill>
              </a:defRPr>
            </a:lvl4pPr>
            <a:lvl5pPr>
              <a:defRPr sz="1125" b="1">
                <a:solidFill>
                  <a:srgbClr val="174D3A"/>
                </a:solidFill>
              </a:defRPr>
            </a:lvl5pPr>
            <a:lvl6pPr>
              <a:defRPr sz="1125" b="1">
                <a:solidFill>
                  <a:srgbClr val="174D3A"/>
                </a:solidFill>
              </a:defRPr>
            </a:lvl6pPr>
            <a:lvl7pPr>
              <a:defRPr sz="1125" b="1">
                <a:solidFill>
                  <a:srgbClr val="174D3A"/>
                </a:solidFill>
              </a:defRPr>
            </a:lvl7pPr>
            <a:lvl8pPr>
              <a:defRPr sz="1125" b="1">
                <a:solidFill>
                  <a:srgbClr val="174D3A"/>
                </a:solidFill>
              </a:defRPr>
            </a:lvl8pPr>
            <a:lvl9pPr>
              <a:defRPr sz="112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4D3A"/>
                </a:solidFill>
              </a:defRPr>
            </a:pPr>
            <a:r>
              <a:rPr sz="1125" b="1">
                <a:solidFill>
                  <a:srgbClr val="174D3A"/>
                </a:solidFill>
              </a:rPr>
              <a:t>YOESAR •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FE81E-67BF-4F27-9DE6-33222EA3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E2A24"/>
                </a:solidFill>
              </a:defRPr>
            </a:defPPr>
            <a:lvl1pPr>
              <a:defRPr sz="2700" b="1">
                <a:solidFill>
                  <a:srgbClr val="1E2A24"/>
                </a:solidFill>
              </a:defRPr>
            </a:lvl1pPr>
            <a:lvl2pPr>
              <a:defRPr sz="2700" b="1">
                <a:solidFill>
                  <a:srgbClr val="1E2A24"/>
                </a:solidFill>
              </a:defRPr>
            </a:lvl2pPr>
            <a:lvl3pPr>
              <a:defRPr sz="2700" b="1">
                <a:solidFill>
                  <a:srgbClr val="1E2A24"/>
                </a:solidFill>
              </a:defRPr>
            </a:lvl3pPr>
            <a:lvl4pPr>
              <a:defRPr sz="2700" b="1">
                <a:solidFill>
                  <a:srgbClr val="1E2A24"/>
                </a:solidFill>
              </a:defRPr>
            </a:lvl4pPr>
            <a:lvl5pPr>
              <a:defRPr sz="2700" b="1">
                <a:solidFill>
                  <a:srgbClr val="1E2A24"/>
                </a:solidFill>
              </a:defRPr>
            </a:lvl5pPr>
            <a:lvl6pPr>
              <a:defRPr sz="2700" b="1">
                <a:solidFill>
                  <a:srgbClr val="1E2A24"/>
                </a:solidFill>
              </a:defRPr>
            </a:lvl6pPr>
            <a:lvl7pPr>
              <a:defRPr sz="2700" b="1">
                <a:solidFill>
                  <a:srgbClr val="1E2A24"/>
                </a:solidFill>
              </a:defRPr>
            </a:lvl7pPr>
            <a:lvl8pPr>
              <a:defRPr sz="2700" b="1">
                <a:solidFill>
                  <a:srgbClr val="1E2A24"/>
                </a:solidFill>
              </a:defRPr>
            </a:lvl8pPr>
            <a:lvl9pPr>
              <a:defRPr sz="2700" b="1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E2A24"/>
                </a:solidFill>
              </a:defRPr>
            </a:pPr>
            <a:r>
              <a:rPr sz="2700" b="1">
                <a:solidFill>
                  <a:srgbClr val="1E2A24"/>
                </a:solidFill>
              </a:rPr>
              <a:t>System architecture and connectivity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500C7-3B91-4AC3-AE08-500C8860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7F2B1-C62E-43A9-89C6-90FA93B3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74D3A"/>
                </a:solidFill>
              </a:defRPr>
            </a:defPPr>
            <a:lvl1pPr>
              <a:defRPr sz="1875" b="1">
                <a:solidFill>
                  <a:srgbClr val="174D3A"/>
                </a:solidFill>
              </a:defRPr>
            </a:lvl1pPr>
            <a:lvl2pPr>
              <a:defRPr sz="1875" b="1">
                <a:solidFill>
                  <a:srgbClr val="174D3A"/>
                </a:solidFill>
              </a:defRPr>
            </a:lvl2pPr>
            <a:lvl3pPr>
              <a:defRPr sz="1875" b="1">
                <a:solidFill>
                  <a:srgbClr val="174D3A"/>
                </a:solidFill>
              </a:defRPr>
            </a:lvl3pPr>
            <a:lvl4pPr>
              <a:defRPr sz="1875" b="1">
                <a:solidFill>
                  <a:srgbClr val="174D3A"/>
                </a:solidFill>
              </a:defRPr>
            </a:lvl4pPr>
            <a:lvl5pPr>
              <a:defRPr sz="1875" b="1">
                <a:solidFill>
                  <a:srgbClr val="174D3A"/>
                </a:solidFill>
              </a:defRPr>
            </a:lvl5pPr>
            <a:lvl6pPr>
              <a:defRPr sz="1875" b="1">
                <a:solidFill>
                  <a:srgbClr val="174D3A"/>
                </a:solidFill>
              </a:defRPr>
            </a:lvl6pPr>
            <a:lvl7pPr>
              <a:defRPr sz="1875" b="1">
                <a:solidFill>
                  <a:srgbClr val="174D3A"/>
                </a:solidFill>
              </a:defRPr>
            </a:lvl7pPr>
            <a:lvl8pPr>
              <a:defRPr sz="1875" b="1">
                <a:solidFill>
                  <a:srgbClr val="174D3A"/>
                </a:solidFill>
              </a:defRPr>
            </a:lvl8pPr>
            <a:lvl9pPr>
              <a:defRPr sz="187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74D3A"/>
                </a:solidFill>
              </a:defRPr>
            </a:pPr>
            <a:r>
              <a:rPr sz="1875" b="1">
                <a:solidFill>
                  <a:srgbClr val="174D3A"/>
                </a:solidFill>
              </a:rPr>
              <a:t>ON THE PHONE — Camera / gallery → TFLite inference → local report queue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D31EC-B0B4-4A21-8E6D-4006B96C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8E7F3-3C28-4873-9363-140B416A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BACKEND — API + database → officer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F5C26-D732-47EF-BF17-2F86893B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Offline: local screening and saved drafts  |  Online: report sync and officer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6087A-06F0-4384-A430-A112C95B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E2A24"/>
                </a:solidFill>
              </a:defRPr>
            </a:defPPr>
            <a:lvl1pPr>
              <a:defRPr sz="1575" b="0">
                <a:solidFill>
                  <a:srgbClr val="1E2A24"/>
                </a:solidFill>
              </a:defRPr>
            </a:lvl1pPr>
            <a:lvl2pPr>
              <a:defRPr sz="1575" b="0">
                <a:solidFill>
                  <a:srgbClr val="1E2A24"/>
                </a:solidFill>
              </a:defRPr>
            </a:lvl2pPr>
            <a:lvl3pPr>
              <a:defRPr sz="1575" b="0">
                <a:solidFill>
                  <a:srgbClr val="1E2A24"/>
                </a:solidFill>
              </a:defRPr>
            </a:lvl3pPr>
            <a:lvl4pPr>
              <a:defRPr sz="1575" b="0">
                <a:solidFill>
                  <a:srgbClr val="1E2A24"/>
                </a:solidFill>
              </a:defRPr>
            </a:lvl4pPr>
            <a:lvl5pPr>
              <a:defRPr sz="1575" b="0">
                <a:solidFill>
                  <a:srgbClr val="1E2A24"/>
                </a:solidFill>
              </a:defRPr>
            </a:lvl5pPr>
            <a:lvl6pPr>
              <a:defRPr sz="1575" b="0">
                <a:solidFill>
                  <a:srgbClr val="1E2A24"/>
                </a:solidFill>
              </a:defRPr>
            </a:lvl6pPr>
            <a:lvl7pPr>
              <a:defRPr sz="1575" b="0">
                <a:solidFill>
                  <a:srgbClr val="1E2A24"/>
                </a:solidFill>
              </a:defRPr>
            </a:lvl7pPr>
            <a:lvl8pPr>
              <a:defRPr sz="1575" b="0">
                <a:solidFill>
                  <a:srgbClr val="1E2A24"/>
                </a:solidFill>
              </a:defRPr>
            </a:lvl8pPr>
            <a:lvl9pPr>
              <a:defRPr sz="157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E2A24"/>
                </a:solidFill>
              </a:defRPr>
            </a:pPr>
            <a:r>
              <a:rPr sz="1575" b="0">
                <a:solidFill>
                  <a:srgbClr val="1E2A24"/>
                </a:solidFill>
              </a:rPr>
              <a:t>Sync needs the app’s configured backend URL to be reachable.</a:t>
            </a:r>
          </a:p>
        </p:txBody>
      </p:sp>
    </p:spTree>
    <p:extLst>
      <p:ext uri="{BB962C8B-B14F-4D97-AF65-F5344CB8AC3E}">
        <p14:creationId xmlns:p14="http://schemas.microsoft.com/office/powerpoint/2010/main" val="16577710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68F27-0CA4-491C-AD4F-C97BE1AC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4D3A"/>
                </a:solidFill>
              </a:defRPr>
            </a:defPPr>
            <a:lvl1pPr>
              <a:defRPr sz="1125" b="1">
                <a:solidFill>
                  <a:srgbClr val="174D3A"/>
                </a:solidFill>
              </a:defRPr>
            </a:lvl1pPr>
            <a:lvl2pPr>
              <a:defRPr sz="1125" b="1">
                <a:solidFill>
                  <a:srgbClr val="174D3A"/>
                </a:solidFill>
              </a:defRPr>
            </a:lvl2pPr>
            <a:lvl3pPr>
              <a:defRPr sz="1125" b="1">
                <a:solidFill>
                  <a:srgbClr val="174D3A"/>
                </a:solidFill>
              </a:defRPr>
            </a:lvl3pPr>
            <a:lvl4pPr>
              <a:defRPr sz="1125" b="1">
                <a:solidFill>
                  <a:srgbClr val="174D3A"/>
                </a:solidFill>
              </a:defRPr>
            </a:lvl4pPr>
            <a:lvl5pPr>
              <a:defRPr sz="1125" b="1">
                <a:solidFill>
                  <a:srgbClr val="174D3A"/>
                </a:solidFill>
              </a:defRPr>
            </a:lvl5pPr>
            <a:lvl6pPr>
              <a:defRPr sz="1125" b="1">
                <a:solidFill>
                  <a:srgbClr val="174D3A"/>
                </a:solidFill>
              </a:defRPr>
            </a:lvl6pPr>
            <a:lvl7pPr>
              <a:defRPr sz="1125" b="1">
                <a:solidFill>
                  <a:srgbClr val="174D3A"/>
                </a:solidFill>
              </a:defRPr>
            </a:lvl7pPr>
            <a:lvl8pPr>
              <a:defRPr sz="1125" b="1">
                <a:solidFill>
                  <a:srgbClr val="174D3A"/>
                </a:solidFill>
              </a:defRPr>
            </a:lvl8pPr>
            <a:lvl9pPr>
              <a:defRPr sz="112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4D3A"/>
                </a:solidFill>
              </a:defRPr>
            </a:pPr>
            <a:r>
              <a:rPr sz="1125" b="1">
                <a:solidFill>
                  <a:srgbClr val="174D3A"/>
                </a:solidFill>
              </a:rPr>
              <a:t>YOESAR •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C3031-1F5A-4A25-8DB6-DED45128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E2A24"/>
                </a:solidFill>
              </a:defRPr>
            </a:defPPr>
            <a:lvl1pPr>
              <a:defRPr sz="2700" b="1">
                <a:solidFill>
                  <a:srgbClr val="1E2A24"/>
                </a:solidFill>
              </a:defRPr>
            </a:lvl1pPr>
            <a:lvl2pPr>
              <a:defRPr sz="2700" b="1">
                <a:solidFill>
                  <a:srgbClr val="1E2A24"/>
                </a:solidFill>
              </a:defRPr>
            </a:lvl2pPr>
            <a:lvl3pPr>
              <a:defRPr sz="2700" b="1">
                <a:solidFill>
                  <a:srgbClr val="1E2A24"/>
                </a:solidFill>
              </a:defRPr>
            </a:lvl3pPr>
            <a:lvl4pPr>
              <a:defRPr sz="2700" b="1">
                <a:solidFill>
                  <a:srgbClr val="1E2A24"/>
                </a:solidFill>
              </a:defRPr>
            </a:lvl4pPr>
            <a:lvl5pPr>
              <a:defRPr sz="2700" b="1">
                <a:solidFill>
                  <a:srgbClr val="1E2A24"/>
                </a:solidFill>
              </a:defRPr>
            </a:lvl5pPr>
            <a:lvl6pPr>
              <a:defRPr sz="2700" b="1">
                <a:solidFill>
                  <a:srgbClr val="1E2A24"/>
                </a:solidFill>
              </a:defRPr>
            </a:lvl6pPr>
            <a:lvl7pPr>
              <a:defRPr sz="2700" b="1">
                <a:solidFill>
                  <a:srgbClr val="1E2A24"/>
                </a:solidFill>
              </a:defRPr>
            </a:lvl7pPr>
            <a:lvl8pPr>
              <a:defRPr sz="2700" b="1">
                <a:solidFill>
                  <a:srgbClr val="1E2A24"/>
                </a:solidFill>
              </a:defRPr>
            </a:lvl8pPr>
            <a:lvl9pPr>
              <a:defRPr sz="2700" b="1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E2A24"/>
                </a:solidFill>
              </a:defRPr>
            </a:pPr>
            <a:r>
              <a:rPr sz="2700" b="1">
                <a:solidFill>
                  <a:srgbClr val="1E2A24"/>
                </a:solidFill>
              </a:rPr>
              <a:t>Limitations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845EB-F9F2-40F3-9F2F-1D7A1B92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5A85C-223C-4F69-AEB1-71222BEA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74D3A"/>
                </a:solidFill>
              </a:defRPr>
            </a:defPPr>
            <a:lvl1pPr>
              <a:defRPr sz="1425" b="1">
                <a:solidFill>
                  <a:srgbClr val="174D3A"/>
                </a:solidFill>
              </a:defRPr>
            </a:lvl1pPr>
            <a:lvl2pPr>
              <a:defRPr sz="1425" b="1">
                <a:solidFill>
                  <a:srgbClr val="174D3A"/>
                </a:solidFill>
              </a:defRPr>
            </a:lvl2pPr>
            <a:lvl3pPr>
              <a:defRPr sz="1425" b="1">
                <a:solidFill>
                  <a:srgbClr val="174D3A"/>
                </a:solidFill>
              </a:defRPr>
            </a:lvl3pPr>
            <a:lvl4pPr>
              <a:defRPr sz="1425" b="1">
                <a:solidFill>
                  <a:srgbClr val="174D3A"/>
                </a:solidFill>
              </a:defRPr>
            </a:lvl4pPr>
            <a:lvl5pPr>
              <a:defRPr sz="1425" b="1">
                <a:solidFill>
                  <a:srgbClr val="174D3A"/>
                </a:solidFill>
              </a:defRPr>
            </a:lvl5pPr>
            <a:lvl6pPr>
              <a:defRPr sz="1425" b="1">
                <a:solidFill>
                  <a:srgbClr val="174D3A"/>
                </a:solidFill>
              </a:defRPr>
            </a:lvl6pPr>
            <a:lvl7pPr>
              <a:defRPr sz="1425" b="1">
                <a:solidFill>
                  <a:srgbClr val="174D3A"/>
                </a:solidFill>
              </a:defRPr>
            </a:lvl7pPr>
            <a:lvl8pPr>
              <a:defRPr sz="1425" b="1">
                <a:solidFill>
                  <a:srgbClr val="174D3A"/>
                </a:solidFill>
              </a:defRPr>
            </a:lvl8pPr>
            <a:lvl9pPr>
              <a:defRPr sz="142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4D3A"/>
                </a:solidFill>
              </a:defRPr>
            </a:pPr>
            <a:r>
              <a:rPr sz="1425" b="1">
                <a:solidFill>
                  <a:srgbClr val="174D3A"/>
                </a:solidFill>
              </a:rPr>
              <a:t>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12A6C-7DB5-4DCD-B15C-7D74FCB4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E2A24"/>
                </a:solidFill>
              </a:defRPr>
            </a:defPPr>
            <a:lvl1pPr>
              <a:defRPr sz="1425" b="0">
                <a:solidFill>
                  <a:srgbClr val="1E2A24"/>
                </a:solidFill>
              </a:defRPr>
            </a:lvl1pPr>
            <a:lvl2pPr>
              <a:defRPr sz="1425" b="0">
                <a:solidFill>
                  <a:srgbClr val="1E2A24"/>
                </a:solidFill>
              </a:defRPr>
            </a:lvl2pPr>
            <a:lvl3pPr>
              <a:defRPr sz="1425" b="0">
                <a:solidFill>
                  <a:srgbClr val="1E2A24"/>
                </a:solidFill>
              </a:defRPr>
            </a:lvl3pPr>
            <a:lvl4pPr>
              <a:defRPr sz="1425" b="0">
                <a:solidFill>
                  <a:srgbClr val="1E2A24"/>
                </a:solidFill>
              </a:defRPr>
            </a:lvl4pPr>
            <a:lvl5pPr>
              <a:defRPr sz="1425" b="0">
                <a:solidFill>
                  <a:srgbClr val="1E2A24"/>
                </a:solidFill>
              </a:defRPr>
            </a:lvl5pPr>
            <a:lvl6pPr>
              <a:defRPr sz="1425" b="0">
                <a:solidFill>
                  <a:srgbClr val="1E2A24"/>
                </a:solidFill>
              </a:defRPr>
            </a:lvl6pPr>
            <a:lvl7pPr>
              <a:defRPr sz="1425" b="0">
                <a:solidFill>
                  <a:srgbClr val="1E2A24"/>
                </a:solidFill>
              </a:defRPr>
            </a:lvl7pPr>
            <a:lvl8pPr>
              <a:defRPr sz="1425" b="0">
                <a:solidFill>
                  <a:srgbClr val="1E2A24"/>
                </a:solidFill>
              </a:defRPr>
            </a:lvl8pPr>
            <a:lvl9pPr>
              <a:defRPr sz="142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E2A24"/>
                </a:solidFill>
              </a:defRPr>
            </a:pPr>
            <a:r>
              <a:rPr sz="1425" b="0">
                <a:solidFill>
                  <a:srgbClr val="1E2A24"/>
                </a:solidFill>
              </a:rPr>
              <a:t>One class only: “diseased”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FCF2A-35D0-4738-B227-59D55EA6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E2A24"/>
                </a:solidFill>
              </a:defRPr>
            </a:defPPr>
            <a:lvl1pPr>
              <a:defRPr sz="1425" b="0">
                <a:solidFill>
                  <a:srgbClr val="1E2A24"/>
                </a:solidFill>
              </a:defRPr>
            </a:lvl1pPr>
            <a:lvl2pPr>
              <a:defRPr sz="1425" b="0">
                <a:solidFill>
                  <a:srgbClr val="1E2A24"/>
                </a:solidFill>
              </a:defRPr>
            </a:lvl2pPr>
            <a:lvl3pPr>
              <a:defRPr sz="1425" b="0">
                <a:solidFill>
                  <a:srgbClr val="1E2A24"/>
                </a:solidFill>
              </a:defRPr>
            </a:lvl3pPr>
            <a:lvl4pPr>
              <a:defRPr sz="1425" b="0">
                <a:solidFill>
                  <a:srgbClr val="1E2A24"/>
                </a:solidFill>
              </a:defRPr>
            </a:lvl4pPr>
            <a:lvl5pPr>
              <a:defRPr sz="1425" b="0">
                <a:solidFill>
                  <a:srgbClr val="1E2A24"/>
                </a:solidFill>
              </a:defRPr>
            </a:lvl5pPr>
            <a:lvl6pPr>
              <a:defRPr sz="1425" b="0">
                <a:solidFill>
                  <a:srgbClr val="1E2A24"/>
                </a:solidFill>
              </a:defRPr>
            </a:lvl6pPr>
            <a:lvl7pPr>
              <a:defRPr sz="1425" b="0">
                <a:solidFill>
                  <a:srgbClr val="1E2A24"/>
                </a:solidFill>
              </a:defRPr>
            </a:lvl7pPr>
            <a:lvl8pPr>
              <a:defRPr sz="1425" b="0">
                <a:solidFill>
                  <a:srgbClr val="1E2A24"/>
                </a:solidFill>
              </a:defRPr>
            </a:lvl8pPr>
            <a:lvl9pPr>
              <a:defRPr sz="142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E2A24"/>
                </a:solidFill>
              </a:defRPr>
            </a:pPr>
            <a:r>
              <a:rPr sz="1425" b="0">
                <a:solidFill>
                  <a:srgbClr val="1E2A24"/>
                </a:solidFill>
              </a:rPr>
              <a:t>Prediction quality depends on training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6144E-5A6F-4DE7-9F84-55713D39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3372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E2A24"/>
                </a:solidFill>
              </a:defRPr>
            </a:defPPr>
            <a:lvl1pPr>
              <a:defRPr sz="1425" b="0">
                <a:solidFill>
                  <a:srgbClr val="1E2A24"/>
                </a:solidFill>
              </a:defRPr>
            </a:lvl1pPr>
            <a:lvl2pPr>
              <a:defRPr sz="1425" b="0">
                <a:solidFill>
                  <a:srgbClr val="1E2A24"/>
                </a:solidFill>
              </a:defRPr>
            </a:lvl2pPr>
            <a:lvl3pPr>
              <a:defRPr sz="1425" b="0">
                <a:solidFill>
                  <a:srgbClr val="1E2A24"/>
                </a:solidFill>
              </a:defRPr>
            </a:lvl3pPr>
            <a:lvl4pPr>
              <a:defRPr sz="1425" b="0">
                <a:solidFill>
                  <a:srgbClr val="1E2A24"/>
                </a:solidFill>
              </a:defRPr>
            </a:lvl4pPr>
            <a:lvl5pPr>
              <a:defRPr sz="1425" b="0">
                <a:solidFill>
                  <a:srgbClr val="1E2A24"/>
                </a:solidFill>
              </a:defRPr>
            </a:lvl5pPr>
            <a:lvl6pPr>
              <a:defRPr sz="1425" b="0">
                <a:solidFill>
                  <a:srgbClr val="1E2A24"/>
                </a:solidFill>
              </a:defRPr>
            </a:lvl6pPr>
            <a:lvl7pPr>
              <a:defRPr sz="1425" b="0">
                <a:solidFill>
                  <a:srgbClr val="1E2A24"/>
                </a:solidFill>
              </a:defRPr>
            </a:lvl7pPr>
            <a:lvl8pPr>
              <a:defRPr sz="1425" b="0">
                <a:solidFill>
                  <a:srgbClr val="1E2A24"/>
                </a:solidFill>
              </a:defRPr>
            </a:lvl8pPr>
            <a:lvl9pPr>
              <a:defRPr sz="142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E2A24"/>
                </a:solidFill>
              </a:defRPr>
            </a:pPr>
            <a:r>
              <a:rPr sz="1425" b="0">
                <a:solidFill>
                  <a:srgbClr val="1E2A24"/>
                </a:solidFill>
              </a:rPr>
              <a:t>No detection does not mean healthy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0B290-21C6-4105-89A2-65F96323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E2A24"/>
                </a:solidFill>
              </a:defRPr>
            </a:defPPr>
            <a:lvl1pPr>
              <a:defRPr sz="1425" b="0">
                <a:solidFill>
                  <a:srgbClr val="1E2A24"/>
                </a:solidFill>
              </a:defRPr>
            </a:lvl1pPr>
            <a:lvl2pPr>
              <a:defRPr sz="1425" b="0">
                <a:solidFill>
                  <a:srgbClr val="1E2A24"/>
                </a:solidFill>
              </a:defRPr>
            </a:lvl2pPr>
            <a:lvl3pPr>
              <a:defRPr sz="1425" b="0">
                <a:solidFill>
                  <a:srgbClr val="1E2A24"/>
                </a:solidFill>
              </a:defRPr>
            </a:lvl3pPr>
            <a:lvl4pPr>
              <a:defRPr sz="1425" b="0">
                <a:solidFill>
                  <a:srgbClr val="1E2A24"/>
                </a:solidFill>
              </a:defRPr>
            </a:lvl4pPr>
            <a:lvl5pPr>
              <a:defRPr sz="1425" b="0">
                <a:solidFill>
                  <a:srgbClr val="1E2A24"/>
                </a:solidFill>
              </a:defRPr>
            </a:lvl5pPr>
            <a:lvl6pPr>
              <a:defRPr sz="1425" b="0">
                <a:solidFill>
                  <a:srgbClr val="1E2A24"/>
                </a:solidFill>
              </a:defRPr>
            </a:lvl6pPr>
            <a:lvl7pPr>
              <a:defRPr sz="1425" b="0">
                <a:solidFill>
                  <a:srgbClr val="1E2A24"/>
                </a:solidFill>
              </a:defRPr>
            </a:lvl7pPr>
            <a:lvl8pPr>
              <a:defRPr sz="1425" b="0">
                <a:solidFill>
                  <a:srgbClr val="1E2A24"/>
                </a:solidFill>
              </a:defRPr>
            </a:lvl8pPr>
            <a:lvl9pPr>
              <a:defRPr sz="142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E2A24"/>
                </a:solidFill>
              </a:defRPr>
            </a:pPr>
            <a:r>
              <a:rPr sz="1425" b="0">
                <a:solidFill>
                  <a:srgbClr val="1E2A24"/>
                </a:solidFill>
              </a:rPr>
              <a:t>Report sync depends on backend availability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D1807-1D0F-4D53-BBC4-A8E4B8E2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74D3A"/>
                </a:solidFill>
              </a:defRPr>
            </a:defPPr>
            <a:lvl1pPr>
              <a:defRPr sz="1425" b="1">
                <a:solidFill>
                  <a:srgbClr val="174D3A"/>
                </a:solidFill>
              </a:defRPr>
            </a:lvl1pPr>
            <a:lvl2pPr>
              <a:defRPr sz="1425" b="1">
                <a:solidFill>
                  <a:srgbClr val="174D3A"/>
                </a:solidFill>
              </a:defRPr>
            </a:lvl2pPr>
            <a:lvl3pPr>
              <a:defRPr sz="1425" b="1">
                <a:solidFill>
                  <a:srgbClr val="174D3A"/>
                </a:solidFill>
              </a:defRPr>
            </a:lvl3pPr>
            <a:lvl4pPr>
              <a:defRPr sz="1425" b="1">
                <a:solidFill>
                  <a:srgbClr val="174D3A"/>
                </a:solidFill>
              </a:defRPr>
            </a:lvl4pPr>
            <a:lvl5pPr>
              <a:defRPr sz="1425" b="1">
                <a:solidFill>
                  <a:srgbClr val="174D3A"/>
                </a:solidFill>
              </a:defRPr>
            </a:lvl5pPr>
            <a:lvl6pPr>
              <a:defRPr sz="1425" b="1">
                <a:solidFill>
                  <a:srgbClr val="174D3A"/>
                </a:solidFill>
              </a:defRPr>
            </a:lvl6pPr>
            <a:lvl7pPr>
              <a:defRPr sz="1425" b="1">
                <a:solidFill>
                  <a:srgbClr val="174D3A"/>
                </a:solidFill>
              </a:defRPr>
            </a:lvl7pPr>
            <a:lvl8pPr>
              <a:defRPr sz="1425" b="1">
                <a:solidFill>
                  <a:srgbClr val="174D3A"/>
                </a:solidFill>
              </a:defRPr>
            </a:lvl8pPr>
            <a:lvl9pPr>
              <a:defRPr sz="1425" b="1">
                <a:solidFill>
                  <a:srgbClr val="174D3A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4D3A"/>
                </a:solidFill>
              </a:defRPr>
            </a:pPr>
            <a:r>
              <a:rPr sz="1425" b="1">
                <a:solidFill>
                  <a:srgbClr val="174D3A"/>
                </a:solidFill>
              </a:rPr>
              <a:t>NEXT 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10656-A6DB-43BE-84EB-7A0812BE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E2A24"/>
                </a:solidFill>
              </a:defRPr>
            </a:defPPr>
            <a:lvl1pPr>
              <a:defRPr sz="1425" b="0">
                <a:solidFill>
                  <a:srgbClr val="1E2A24"/>
                </a:solidFill>
              </a:defRPr>
            </a:lvl1pPr>
            <a:lvl2pPr>
              <a:defRPr sz="1425" b="0">
                <a:solidFill>
                  <a:srgbClr val="1E2A24"/>
                </a:solidFill>
              </a:defRPr>
            </a:lvl2pPr>
            <a:lvl3pPr>
              <a:defRPr sz="1425" b="0">
                <a:solidFill>
                  <a:srgbClr val="1E2A24"/>
                </a:solidFill>
              </a:defRPr>
            </a:lvl3pPr>
            <a:lvl4pPr>
              <a:defRPr sz="1425" b="0">
                <a:solidFill>
                  <a:srgbClr val="1E2A24"/>
                </a:solidFill>
              </a:defRPr>
            </a:lvl4pPr>
            <a:lvl5pPr>
              <a:defRPr sz="1425" b="0">
                <a:solidFill>
                  <a:srgbClr val="1E2A24"/>
                </a:solidFill>
              </a:defRPr>
            </a:lvl5pPr>
            <a:lvl6pPr>
              <a:defRPr sz="1425" b="0">
                <a:solidFill>
                  <a:srgbClr val="1E2A24"/>
                </a:solidFill>
              </a:defRPr>
            </a:lvl6pPr>
            <a:lvl7pPr>
              <a:defRPr sz="1425" b="0">
                <a:solidFill>
                  <a:srgbClr val="1E2A24"/>
                </a:solidFill>
              </a:defRPr>
            </a:lvl7pPr>
            <a:lvl8pPr>
              <a:defRPr sz="1425" b="0">
                <a:solidFill>
                  <a:srgbClr val="1E2A24"/>
                </a:solidFill>
              </a:defRPr>
            </a:lvl8pPr>
            <a:lvl9pPr>
              <a:defRPr sz="142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E2A24"/>
                </a:solidFill>
              </a:defRPr>
            </a:pPr>
            <a:r>
              <a:rPr sz="1425" b="0">
                <a:solidFill>
                  <a:srgbClr val="1E2A24"/>
                </a:solidFill>
              </a:rPr>
              <a:t>Add labeled disease-specific classes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E77A7-DB99-46DC-874A-13581404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6252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E2A24"/>
                </a:solidFill>
              </a:defRPr>
            </a:defPPr>
            <a:lvl1pPr>
              <a:defRPr sz="1425" b="0">
                <a:solidFill>
                  <a:srgbClr val="1E2A24"/>
                </a:solidFill>
              </a:defRPr>
            </a:lvl1pPr>
            <a:lvl2pPr>
              <a:defRPr sz="1425" b="0">
                <a:solidFill>
                  <a:srgbClr val="1E2A24"/>
                </a:solidFill>
              </a:defRPr>
            </a:lvl2pPr>
            <a:lvl3pPr>
              <a:defRPr sz="1425" b="0">
                <a:solidFill>
                  <a:srgbClr val="1E2A24"/>
                </a:solidFill>
              </a:defRPr>
            </a:lvl3pPr>
            <a:lvl4pPr>
              <a:defRPr sz="1425" b="0">
                <a:solidFill>
                  <a:srgbClr val="1E2A24"/>
                </a:solidFill>
              </a:defRPr>
            </a:lvl4pPr>
            <a:lvl5pPr>
              <a:defRPr sz="1425" b="0">
                <a:solidFill>
                  <a:srgbClr val="1E2A24"/>
                </a:solidFill>
              </a:defRPr>
            </a:lvl5pPr>
            <a:lvl6pPr>
              <a:defRPr sz="1425" b="0">
                <a:solidFill>
                  <a:srgbClr val="1E2A24"/>
                </a:solidFill>
              </a:defRPr>
            </a:lvl6pPr>
            <a:lvl7pPr>
              <a:defRPr sz="1425" b="0">
                <a:solidFill>
                  <a:srgbClr val="1E2A24"/>
                </a:solidFill>
              </a:defRPr>
            </a:lvl7pPr>
            <a:lvl8pPr>
              <a:defRPr sz="1425" b="0">
                <a:solidFill>
                  <a:srgbClr val="1E2A24"/>
                </a:solidFill>
              </a:defRPr>
            </a:lvl8pPr>
            <a:lvl9pPr>
              <a:defRPr sz="142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E2A24"/>
                </a:solidFill>
              </a:defRPr>
            </a:pPr>
            <a:r>
              <a:rPr sz="1425" b="0">
                <a:solidFill>
                  <a:srgbClr val="1E2A24"/>
                </a:solidFill>
              </a:rPr>
              <a:t>Evaluate on more field images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C765C-B96A-4C37-83DC-6BCE6772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972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E2A24"/>
                </a:solidFill>
              </a:defRPr>
            </a:defPPr>
            <a:lvl1pPr>
              <a:defRPr sz="1425" b="0">
                <a:solidFill>
                  <a:srgbClr val="1E2A24"/>
                </a:solidFill>
              </a:defRPr>
            </a:lvl1pPr>
            <a:lvl2pPr>
              <a:defRPr sz="1425" b="0">
                <a:solidFill>
                  <a:srgbClr val="1E2A24"/>
                </a:solidFill>
              </a:defRPr>
            </a:lvl2pPr>
            <a:lvl3pPr>
              <a:defRPr sz="1425" b="0">
                <a:solidFill>
                  <a:srgbClr val="1E2A24"/>
                </a:solidFill>
              </a:defRPr>
            </a:lvl3pPr>
            <a:lvl4pPr>
              <a:defRPr sz="1425" b="0">
                <a:solidFill>
                  <a:srgbClr val="1E2A24"/>
                </a:solidFill>
              </a:defRPr>
            </a:lvl4pPr>
            <a:lvl5pPr>
              <a:defRPr sz="1425" b="0">
                <a:solidFill>
                  <a:srgbClr val="1E2A24"/>
                </a:solidFill>
              </a:defRPr>
            </a:lvl5pPr>
            <a:lvl6pPr>
              <a:defRPr sz="1425" b="0">
                <a:solidFill>
                  <a:srgbClr val="1E2A24"/>
                </a:solidFill>
              </a:defRPr>
            </a:lvl6pPr>
            <a:lvl7pPr>
              <a:defRPr sz="1425" b="0">
                <a:solidFill>
                  <a:srgbClr val="1E2A24"/>
                </a:solidFill>
              </a:defRPr>
            </a:lvl7pPr>
            <a:lvl8pPr>
              <a:defRPr sz="1425" b="0">
                <a:solidFill>
                  <a:srgbClr val="1E2A24"/>
                </a:solidFill>
              </a:defRPr>
            </a:lvl8pPr>
            <a:lvl9pPr>
              <a:defRPr sz="142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E2A24"/>
                </a:solidFill>
              </a:defRPr>
            </a:pPr>
            <a:r>
              <a:rPr sz="1425" b="0">
                <a:solidFill>
                  <a:srgbClr val="1E2A24"/>
                </a:solidFill>
              </a:rPr>
              <a:t>Review false positives and missed symptoms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CFE0A-5BE9-4232-8EAF-7947AF4F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7692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E2A24"/>
                </a:solidFill>
              </a:defRPr>
            </a:defPPr>
            <a:lvl1pPr>
              <a:defRPr sz="1425" b="0">
                <a:solidFill>
                  <a:srgbClr val="1E2A24"/>
                </a:solidFill>
              </a:defRPr>
            </a:lvl1pPr>
            <a:lvl2pPr>
              <a:defRPr sz="1425" b="0">
                <a:solidFill>
                  <a:srgbClr val="1E2A24"/>
                </a:solidFill>
              </a:defRPr>
            </a:lvl2pPr>
            <a:lvl3pPr>
              <a:defRPr sz="1425" b="0">
                <a:solidFill>
                  <a:srgbClr val="1E2A24"/>
                </a:solidFill>
              </a:defRPr>
            </a:lvl3pPr>
            <a:lvl4pPr>
              <a:defRPr sz="1425" b="0">
                <a:solidFill>
                  <a:srgbClr val="1E2A24"/>
                </a:solidFill>
              </a:defRPr>
            </a:lvl4pPr>
            <a:lvl5pPr>
              <a:defRPr sz="1425" b="0">
                <a:solidFill>
                  <a:srgbClr val="1E2A24"/>
                </a:solidFill>
              </a:defRPr>
            </a:lvl5pPr>
            <a:lvl6pPr>
              <a:defRPr sz="1425" b="0">
                <a:solidFill>
                  <a:srgbClr val="1E2A24"/>
                </a:solidFill>
              </a:defRPr>
            </a:lvl6pPr>
            <a:lvl7pPr>
              <a:defRPr sz="1425" b="0">
                <a:solidFill>
                  <a:srgbClr val="1E2A24"/>
                </a:solidFill>
              </a:defRPr>
            </a:lvl7pPr>
            <a:lvl8pPr>
              <a:defRPr sz="1425" b="0">
                <a:solidFill>
                  <a:srgbClr val="1E2A24"/>
                </a:solidFill>
              </a:defRPr>
            </a:lvl8pPr>
            <a:lvl9pPr>
              <a:defRPr sz="1425" b="0">
                <a:solidFill>
                  <a:srgbClr val="1E2A2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E2A24"/>
                </a:solidFill>
              </a:defRPr>
            </a:pPr>
            <a:r>
              <a:rPr sz="1425" b="0">
                <a:solidFill>
                  <a:srgbClr val="1E2A24"/>
                </a:solidFill>
              </a:rPr>
              <a:t>Deploy and test a stable backend</a:t>
            </a:r>
          </a:p>
        </p:txBody>
      </p:sp>
    </p:spTree>
    <p:extLst>
      <p:ext uri="{BB962C8B-B14F-4D97-AF65-F5344CB8AC3E}">
        <p14:creationId xmlns:p14="http://schemas.microsoft.com/office/powerpoint/2010/main" val="16440067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4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AF5F3-97B6-4D10-B1D0-B24EC3BB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CBE56A"/>
                </a:solidFill>
              </a:defRPr>
            </a:defPPr>
            <a:lvl1pPr>
              <a:defRPr sz="1800" b="1">
                <a:solidFill>
                  <a:srgbClr val="CBE56A"/>
                </a:solidFill>
              </a:defRPr>
            </a:lvl1pPr>
            <a:lvl2pPr>
              <a:defRPr sz="1800" b="1">
                <a:solidFill>
                  <a:srgbClr val="CBE56A"/>
                </a:solidFill>
              </a:defRPr>
            </a:lvl2pPr>
            <a:lvl3pPr>
              <a:defRPr sz="1800" b="1">
                <a:solidFill>
                  <a:srgbClr val="CBE56A"/>
                </a:solidFill>
              </a:defRPr>
            </a:lvl3pPr>
            <a:lvl4pPr>
              <a:defRPr sz="1800" b="1">
                <a:solidFill>
                  <a:srgbClr val="CBE56A"/>
                </a:solidFill>
              </a:defRPr>
            </a:lvl4pPr>
            <a:lvl5pPr>
              <a:defRPr sz="1800" b="1">
                <a:solidFill>
                  <a:srgbClr val="CBE56A"/>
                </a:solidFill>
              </a:defRPr>
            </a:lvl5pPr>
            <a:lvl6pPr>
              <a:defRPr sz="1800" b="1">
                <a:solidFill>
                  <a:srgbClr val="CBE56A"/>
                </a:solidFill>
              </a:defRPr>
            </a:lvl6pPr>
            <a:lvl7pPr>
              <a:defRPr sz="1800" b="1">
                <a:solidFill>
                  <a:srgbClr val="CBE56A"/>
                </a:solidFill>
              </a:defRPr>
            </a:lvl7pPr>
            <a:lvl8pPr>
              <a:defRPr sz="1800" b="1">
                <a:solidFill>
                  <a:srgbClr val="CBE56A"/>
                </a:solidFill>
              </a:defRPr>
            </a:lvl8pPr>
            <a:lvl9pPr>
              <a:defRPr sz="1800" b="1">
                <a:solidFill>
                  <a:srgbClr val="CBE56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CBE56A"/>
                </a:solidFill>
              </a:defRPr>
            </a:pPr>
            <a:r>
              <a:rPr sz="1800" b="1">
                <a:solidFill>
                  <a:srgbClr val="CBE56A"/>
                </a:solidFill>
              </a:rPr>
              <a:t>Yoesar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60EBF-B5C0-434A-8300-F1C8FD98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904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750" b="1">
                <a:solidFill>
                  <a:srgbClr val="FFFFFF"/>
                </a:solidFill>
              </a:defRPr>
            </a:defPPr>
            <a:lvl1pPr>
              <a:defRPr sz="3750" b="1">
                <a:solidFill>
                  <a:srgbClr val="FFFFFF"/>
                </a:solidFill>
              </a:defRPr>
            </a:lvl1pPr>
            <a:lvl2pPr>
              <a:defRPr sz="3750" b="1">
                <a:solidFill>
                  <a:srgbClr val="FFFFFF"/>
                </a:solidFill>
              </a:defRPr>
            </a:lvl2pPr>
            <a:lvl3pPr>
              <a:defRPr sz="3750" b="1">
                <a:solidFill>
                  <a:srgbClr val="FFFFFF"/>
                </a:solidFill>
              </a:defRPr>
            </a:lvl3pPr>
            <a:lvl4pPr>
              <a:defRPr sz="3750" b="1">
                <a:solidFill>
                  <a:srgbClr val="FFFFFF"/>
                </a:solidFill>
              </a:defRPr>
            </a:lvl4pPr>
            <a:lvl5pPr>
              <a:defRPr sz="3750" b="1">
                <a:solidFill>
                  <a:srgbClr val="FFFFFF"/>
                </a:solidFill>
              </a:defRPr>
            </a:lvl5pPr>
            <a:lvl6pPr>
              <a:defRPr sz="3750" b="1">
                <a:solidFill>
                  <a:srgbClr val="FFFFFF"/>
                </a:solidFill>
              </a:defRPr>
            </a:lvl6pPr>
            <a:lvl7pPr>
              <a:defRPr sz="3750" b="1">
                <a:solidFill>
                  <a:srgbClr val="FFFFFF"/>
                </a:solidFill>
              </a:defRPr>
            </a:lvl7pPr>
            <a:lvl8pPr>
              <a:defRPr sz="3750" b="1">
                <a:solidFill>
                  <a:srgbClr val="FFFFFF"/>
                </a:solidFill>
              </a:defRPr>
            </a:lvl8pPr>
            <a:lvl9pPr>
              <a:defRPr sz="37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From leaf image to reviewed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8BE52-481E-4A51-A4A5-0E027645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CBE56A"/>
                </a:solidFill>
              </a:defRPr>
            </a:defPPr>
            <a:lvl1pPr>
              <a:defRPr sz="2250" b="1">
                <a:solidFill>
                  <a:srgbClr val="CBE56A"/>
                </a:solidFill>
              </a:defRPr>
            </a:lvl1pPr>
            <a:lvl2pPr>
              <a:defRPr sz="2250" b="1">
                <a:solidFill>
                  <a:srgbClr val="CBE56A"/>
                </a:solidFill>
              </a:defRPr>
            </a:lvl2pPr>
            <a:lvl3pPr>
              <a:defRPr sz="2250" b="1">
                <a:solidFill>
                  <a:srgbClr val="CBE56A"/>
                </a:solidFill>
              </a:defRPr>
            </a:lvl3pPr>
            <a:lvl4pPr>
              <a:defRPr sz="2250" b="1">
                <a:solidFill>
                  <a:srgbClr val="CBE56A"/>
                </a:solidFill>
              </a:defRPr>
            </a:lvl4pPr>
            <a:lvl5pPr>
              <a:defRPr sz="2250" b="1">
                <a:solidFill>
                  <a:srgbClr val="CBE56A"/>
                </a:solidFill>
              </a:defRPr>
            </a:lvl5pPr>
            <a:lvl6pPr>
              <a:defRPr sz="2250" b="1">
                <a:solidFill>
                  <a:srgbClr val="CBE56A"/>
                </a:solidFill>
              </a:defRPr>
            </a:lvl6pPr>
            <a:lvl7pPr>
              <a:defRPr sz="2250" b="1">
                <a:solidFill>
                  <a:srgbClr val="CBE56A"/>
                </a:solidFill>
              </a:defRPr>
            </a:lvl7pPr>
            <a:lvl8pPr>
              <a:defRPr sz="2250" b="1">
                <a:solidFill>
                  <a:srgbClr val="CBE56A"/>
                </a:solidFill>
              </a:defRPr>
            </a:lvl8pPr>
            <a:lvl9pPr>
              <a:defRPr sz="2250" b="1">
                <a:solidFill>
                  <a:srgbClr val="CBE56A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CBE56A"/>
                </a:solidFill>
              </a:defRPr>
            </a:pPr>
            <a:r>
              <a:rPr sz="2250" b="1">
                <a:solidFill>
                  <a:srgbClr val="CBE56A"/>
                </a:solidFill>
              </a:rPr>
              <a:t>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7715F-19EC-4C85-8F22-B846EC5F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DDE8E0"/>
                </a:solidFill>
              </a:defRPr>
            </a:defPPr>
            <a:lvl1pPr>
              <a:defRPr sz="1500" b="0">
                <a:solidFill>
                  <a:srgbClr val="DDE8E0"/>
                </a:solidFill>
              </a:defRPr>
            </a:lvl1pPr>
            <a:lvl2pPr>
              <a:defRPr sz="1500" b="0">
                <a:solidFill>
                  <a:srgbClr val="DDE8E0"/>
                </a:solidFill>
              </a:defRPr>
            </a:lvl2pPr>
            <a:lvl3pPr>
              <a:defRPr sz="1500" b="0">
                <a:solidFill>
                  <a:srgbClr val="DDE8E0"/>
                </a:solidFill>
              </a:defRPr>
            </a:lvl3pPr>
            <a:lvl4pPr>
              <a:defRPr sz="1500" b="0">
                <a:solidFill>
                  <a:srgbClr val="DDE8E0"/>
                </a:solidFill>
              </a:defRPr>
            </a:lvl4pPr>
            <a:lvl5pPr>
              <a:defRPr sz="1500" b="0">
                <a:solidFill>
                  <a:srgbClr val="DDE8E0"/>
                </a:solidFill>
              </a:defRPr>
            </a:lvl5pPr>
            <a:lvl6pPr>
              <a:defRPr sz="1500" b="0">
                <a:solidFill>
                  <a:srgbClr val="DDE8E0"/>
                </a:solidFill>
              </a:defRPr>
            </a:lvl6pPr>
            <a:lvl7pPr>
              <a:defRPr sz="1500" b="0">
                <a:solidFill>
                  <a:srgbClr val="DDE8E0"/>
                </a:solidFill>
              </a:defRPr>
            </a:lvl7pPr>
            <a:lvl8pPr>
              <a:defRPr sz="1500" b="0">
                <a:solidFill>
                  <a:srgbClr val="DDE8E0"/>
                </a:solidFill>
              </a:defRPr>
            </a:lvl8pPr>
            <a:lvl9pPr>
              <a:defRPr sz="1500" b="0">
                <a:solidFill>
                  <a:srgbClr val="DDE8E0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DE8E0"/>
                </a:solidFill>
              </a:defRPr>
            </a:pPr>
            <a:r>
              <a:rPr sz="1500" b="0">
                <a:solidFill>
                  <a:srgbClr val="DDE8E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7983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2026-10-27T15:01:28.4520000Z</dcterms:created>
  <dcterms:modified xsi:type="dcterms:W3CDTF">2026-10-27T15:01:28.4520000Z</dcterms:modified>
</coreProperties>
</file>